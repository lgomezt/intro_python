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sldIdLst>
    <p:sldId id="268" r:id="rId2"/>
    <p:sldId id="272" r:id="rId3"/>
    <p:sldId id="274" r:id="rId4"/>
    <p:sldId id="273" r:id="rId5"/>
    <p:sldId id="275" r:id="rId6"/>
    <p:sldId id="27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CF18"/>
    <a:srgbClr val="F16529"/>
    <a:srgbClr val="29A9E0"/>
    <a:srgbClr val="E44D26"/>
    <a:srgbClr val="FFF1C8"/>
    <a:srgbClr val="8DC0FF"/>
    <a:srgbClr val="0A9F49"/>
    <a:srgbClr val="0049A8"/>
    <a:srgbClr val="0038A8"/>
    <a:srgbClr val="0027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69"/>
    <p:restoredTop sz="95988"/>
  </p:normalViewPr>
  <p:slideViewPr>
    <p:cSldViewPr snapToGrid="0">
      <p:cViewPr varScale="1">
        <p:scale>
          <a:sx n="112" d="100"/>
          <a:sy n="112" d="100"/>
        </p:scale>
        <p:origin x="6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 Gomez Tobon" userId="b8a6d8fe-e4ad-4825-8cc6-ab3fedc37e7a" providerId="ADAL" clId="{E9DAC42B-9A32-874D-8C35-87BC7A2C649A}"/>
    <pc:docChg chg="delSld">
      <pc:chgData name="Lucas  Gomez Tobon" userId="b8a6d8fe-e4ad-4825-8cc6-ab3fedc37e7a" providerId="ADAL" clId="{E9DAC42B-9A32-874D-8C35-87BC7A2C649A}" dt="2025-04-21T21:44:08.429" v="1" actId="2696"/>
      <pc:docMkLst>
        <pc:docMk/>
      </pc:docMkLst>
      <pc:sldChg chg="del">
        <pc:chgData name="Lucas  Gomez Tobon" userId="b8a6d8fe-e4ad-4825-8cc6-ab3fedc37e7a" providerId="ADAL" clId="{E9DAC42B-9A32-874D-8C35-87BC7A2C649A}" dt="2025-04-21T21:44:06.739" v="0" actId="2696"/>
        <pc:sldMkLst>
          <pc:docMk/>
          <pc:sldMk cId="3482483678" sldId="276"/>
        </pc:sldMkLst>
      </pc:sldChg>
      <pc:sldChg chg="del">
        <pc:chgData name="Lucas  Gomez Tobon" userId="b8a6d8fe-e4ad-4825-8cc6-ab3fedc37e7a" providerId="ADAL" clId="{E9DAC42B-9A32-874D-8C35-87BC7A2C649A}" dt="2025-04-21T21:44:08.429" v="1" actId="2696"/>
        <pc:sldMkLst>
          <pc:docMk/>
          <pc:sldMk cId="2457815994" sldId="278"/>
        </pc:sldMkLst>
      </pc:sldChg>
    </pc:docChg>
  </pc:docChgLst>
  <pc:docChgLst>
    <pc:chgData name="Hadas Barabash" userId="S::hbarabas@uwaterloo.ca::714ee6e0-76aa-44bc-b831-3a67409d037b" providerId="AD" clId="Web-{42975D80-600B-1B47-FD9A-5183D648E6B3}"/>
    <pc:docChg chg="modSld sldOrd">
      <pc:chgData name="Hadas Barabash" userId="S::hbarabas@uwaterloo.ca::714ee6e0-76aa-44bc-b831-3a67409d037b" providerId="AD" clId="Web-{42975D80-600B-1B47-FD9A-5183D648E6B3}" dt="2025-03-02T22:24:38.980" v="55"/>
      <pc:docMkLst>
        <pc:docMk/>
      </pc:docMkLst>
      <pc:sldChg chg="ord">
        <pc:chgData name="Hadas Barabash" userId="S::hbarabas@uwaterloo.ca::714ee6e0-76aa-44bc-b831-3a67409d037b" providerId="AD" clId="Web-{42975D80-600B-1B47-FD9A-5183D648E6B3}" dt="2025-03-02T22:24:31.902" v="54"/>
        <pc:sldMkLst>
          <pc:docMk/>
          <pc:sldMk cId="731865282" sldId="277"/>
        </pc:sldMkLst>
      </pc:sldChg>
      <pc:sldChg chg="ord">
        <pc:chgData name="Hadas Barabash" userId="S::hbarabas@uwaterloo.ca::714ee6e0-76aa-44bc-b831-3a67409d037b" providerId="AD" clId="Web-{42975D80-600B-1B47-FD9A-5183D648E6B3}" dt="2025-03-02T22:24:19.464" v="52"/>
        <pc:sldMkLst>
          <pc:docMk/>
          <pc:sldMk cId="795036708" sldId="279"/>
        </pc:sldMkLst>
      </pc:sldChg>
      <pc:sldChg chg="modSp ord addAnim delAnim modAnim">
        <pc:chgData name="Hadas Barabash" userId="S::hbarabas@uwaterloo.ca::714ee6e0-76aa-44bc-b831-3a67409d037b" providerId="AD" clId="Web-{42975D80-600B-1B47-FD9A-5183D648E6B3}" dt="2025-03-02T22:24:14.276" v="51"/>
        <pc:sldMkLst>
          <pc:docMk/>
          <pc:sldMk cId="3009023956" sldId="280"/>
        </pc:sldMkLst>
      </pc:sldChg>
      <pc:sldChg chg="modSp ord">
        <pc:chgData name="Hadas Barabash" userId="S::hbarabas@uwaterloo.ca::714ee6e0-76aa-44bc-b831-3a67409d037b" providerId="AD" clId="Web-{42975D80-600B-1B47-FD9A-5183D648E6B3}" dt="2025-03-02T22:24:24.308" v="53"/>
        <pc:sldMkLst>
          <pc:docMk/>
          <pc:sldMk cId="2271786233" sldId="281"/>
        </pc:sldMkLst>
      </pc:sldChg>
      <pc:sldChg chg="ord">
        <pc:chgData name="Hadas Barabash" userId="S::hbarabas@uwaterloo.ca::714ee6e0-76aa-44bc-b831-3a67409d037b" providerId="AD" clId="Web-{42975D80-600B-1B47-FD9A-5183D648E6B3}" dt="2025-03-02T22:24:38.980" v="55"/>
        <pc:sldMkLst>
          <pc:docMk/>
          <pc:sldMk cId="1849430699" sldId="290"/>
        </pc:sldMkLst>
      </pc:sldChg>
    </pc:docChg>
  </pc:docChgLst>
  <pc:docChgLst>
    <pc:chgData name="Hadas Barabash" userId="S::hbarabas@uwaterloo.ca::714ee6e0-76aa-44bc-b831-3a67409d037b" providerId="AD" clId="Web-{78557790-10B3-2083-133E-90A380C792AD}"/>
    <pc:docChg chg="modSld">
      <pc:chgData name="Hadas Barabash" userId="S::hbarabas@uwaterloo.ca::714ee6e0-76aa-44bc-b831-3a67409d037b" providerId="AD" clId="Web-{78557790-10B3-2083-133E-90A380C792AD}" dt="2025-03-03T04:09:04.203" v="22" actId="20577"/>
      <pc:docMkLst>
        <pc:docMk/>
      </pc:docMkLst>
      <pc:sldChg chg="modSp">
        <pc:chgData name="Hadas Barabash" userId="S::hbarabas@uwaterloo.ca::714ee6e0-76aa-44bc-b831-3a67409d037b" providerId="AD" clId="Web-{78557790-10B3-2083-133E-90A380C792AD}" dt="2025-03-03T04:09:04.203" v="22" actId="20577"/>
        <pc:sldMkLst>
          <pc:docMk/>
          <pc:sldMk cId="528246384" sldId="271"/>
        </pc:sldMkLst>
      </pc:sldChg>
    </pc:docChg>
  </pc:docChgLst>
  <pc:docChgLst>
    <pc:chgData name="Hadas Barabash" userId="S::hbarabas@uwaterloo.ca::714ee6e0-76aa-44bc-b831-3a67409d037b" providerId="AD" clId="Web-{6ED336A6-EEE3-E1E8-7560-43B2A22A679C}"/>
    <pc:docChg chg="addSld delSld modSld">
      <pc:chgData name="Hadas Barabash" userId="S::hbarabas@uwaterloo.ca::714ee6e0-76aa-44bc-b831-3a67409d037b" providerId="AD" clId="Web-{6ED336A6-EEE3-E1E8-7560-43B2A22A679C}" dt="2025-02-28T20:08:15.544" v="406"/>
      <pc:docMkLst>
        <pc:docMk/>
      </pc:docMkLst>
      <pc:sldChg chg="modSp new">
        <pc:chgData name="Hadas Barabash" userId="S::hbarabas@uwaterloo.ca::714ee6e0-76aa-44bc-b831-3a67409d037b" providerId="AD" clId="Web-{6ED336A6-EEE3-E1E8-7560-43B2A22A679C}" dt="2025-02-28T19:35:59.506" v="274" actId="20577"/>
        <pc:sldMkLst>
          <pc:docMk/>
          <pc:sldMk cId="731865282" sldId="277"/>
        </pc:sldMkLst>
      </pc:sldChg>
      <pc:sldChg chg="modSp new">
        <pc:chgData name="Hadas Barabash" userId="S::hbarabas@uwaterloo.ca::714ee6e0-76aa-44bc-b831-3a67409d037b" providerId="AD" clId="Web-{6ED336A6-EEE3-E1E8-7560-43B2A22A679C}" dt="2025-02-28T18:59:42.917" v="165" actId="20577"/>
        <pc:sldMkLst>
          <pc:docMk/>
          <pc:sldMk cId="1532912971" sldId="278"/>
        </pc:sldMkLst>
      </pc:sldChg>
      <pc:sldChg chg="addSp modSp new">
        <pc:chgData name="Hadas Barabash" userId="S::hbarabas@uwaterloo.ca::714ee6e0-76aa-44bc-b831-3a67409d037b" providerId="AD" clId="Web-{6ED336A6-EEE3-E1E8-7560-43B2A22A679C}" dt="2025-02-28T19:45:09.825" v="366" actId="1076"/>
        <pc:sldMkLst>
          <pc:docMk/>
          <pc:sldMk cId="795036708" sldId="279"/>
        </pc:sldMkLst>
      </pc:sldChg>
      <pc:sldChg chg="modSp new">
        <pc:chgData name="Hadas Barabash" userId="S::hbarabas@uwaterloo.ca::714ee6e0-76aa-44bc-b831-3a67409d037b" providerId="AD" clId="Web-{6ED336A6-EEE3-E1E8-7560-43B2A22A679C}" dt="2025-02-28T19:00:19.074" v="174" actId="20577"/>
        <pc:sldMkLst>
          <pc:docMk/>
          <pc:sldMk cId="3009023956" sldId="280"/>
        </pc:sldMkLst>
      </pc:sldChg>
      <pc:sldChg chg="addSp modSp new">
        <pc:chgData name="Hadas Barabash" userId="S::hbarabas@uwaterloo.ca::714ee6e0-76aa-44bc-b831-3a67409d037b" providerId="AD" clId="Web-{6ED336A6-EEE3-E1E8-7560-43B2A22A679C}" dt="2025-02-28T20:08:15.544" v="406"/>
        <pc:sldMkLst>
          <pc:docMk/>
          <pc:sldMk cId="2271786233" sldId="281"/>
        </pc:sldMkLst>
      </pc:sldChg>
      <pc:sldChg chg="delSp modSp add del replId">
        <pc:chgData name="Hadas Barabash" userId="S::hbarabas@uwaterloo.ca::714ee6e0-76aa-44bc-b831-3a67409d037b" providerId="AD" clId="Web-{6ED336A6-EEE3-E1E8-7560-43B2A22A679C}" dt="2025-02-28T20:08:00.559" v="404"/>
        <pc:sldMkLst>
          <pc:docMk/>
          <pc:sldMk cId="1047477692" sldId="286"/>
        </pc:sldMkLst>
      </pc:sldChg>
    </pc:docChg>
  </pc:docChgLst>
  <pc:docChgLst>
    <pc:chgData name="Hadas Barabash" userId="S::hbarabas@uwaterloo.ca::714ee6e0-76aa-44bc-b831-3a67409d037b" providerId="AD" clId="Web-{58CC98E4-9638-EC6C-D5FD-53D159687CF8}"/>
    <pc:docChg chg="addSld delSld modSld sldOrd">
      <pc:chgData name="Hadas Barabash" userId="S::hbarabas@uwaterloo.ca::714ee6e0-76aa-44bc-b831-3a67409d037b" providerId="AD" clId="Web-{58CC98E4-9638-EC6C-D5FD-53D159687CF8}" dt="2025-03-01T17:39:42.885" v="466"/>
      <pc:docMkLst>
        <pc:docMk/>
      </pc:docMkLst>
      <pc:sldChg chg="addSp modSp">
        <pc:chgData name="Hadas Barabash" userId="S::hbarabas@uwaterloo.ca::714ee6e0-76aa-44bc-b831-3a67409d037b" providerId="AD" clId="Web-{58CC98E4-9638-EC6C-D5FD-53D159687CF8}" dt="2025-03-01T17:26:22.517" v="404" actId="20577"/>
        <pc:sldMkLst>
          <pc:docMk/>
          <pc:sldMk cId="731865282" sldId="277"/>
        </pc:sldMkLst>
      </pc:sldChg>
      <pc:sldChg chg="del">
        <pc:chgData name="Hadas Barabash" userId="S::hbarabas@uwaterloo.ca::714ee6e0-76aa-44bc-b831-3a67409d037b" providerId="AD" clId="Web-{58CC98E4-9638-EC6C-D5FD-53D159687CF8}" dt="2025-03-01T17:05:39.270" v="137"/>
        <pc:sldMkLst>
          <pc:docMk/>
          <pc:sldMk cId="1532912971" sldId="278"/>
        </pc:sldMkLst>
      </pc:sldChg>
      <pc:sldChg chg="ord">
        <pc:chgData name="Hadas Barabash" userId="S::hbarabas@uwaterloo.ca::714ee6e0-76aa-44bc-b831-3a67409d037b" providerId="AD" clId="Web-{58CC98E4-9638-EC6C-D5FD-53D159687CF8}" dt="2025-03-01T17:17:13.512" v="282"/>
        <pc:sldMkLst>
          <pc:docMk/>
          <pc:sldMk cId="795036708" sldId="279"/>
        </pc:sldMkLst>
      </pc:sldChg>
      <pc:sldChg chg="addSp delSp modSp ord">
        <pc:chgData name="Hadas Barabash" userId="S::hbarabas@uwaterloo.ca::714ee6e0-76aa-44bc-b831-3a67409d037b" providerId="AD" clId="Web-{58CC98E4-9638-EC6C-D5FD-53D159687CF8}" dt="2025-03-01T17:17:11.074" v="281"/>
        <pc:sldMkLst>
          <pc:docMk/>
          <pc:sldMk cId="3009023956" sldId="280"/>
        </pc:sldMkLst>
      </pc:sldChg>
      <pc:sldChg chg="modSp new del">
        <pc:chgData name="Hadas Barabash" userId="S::hbarabas@uwaterloo.ca::714ee6e0-76aa-44bc-b831-3a67409d037b" providerId="AD" clId="Web-{58CC98E4-9638-EC6C-D5FD-53D159687CF8}" dt="2025-03-01T17:25:59.548" v="394"/>
        <pc:sldMkLst>
          <pc:docMk/>
          <pc:sldMk cId="3482004082" sldId="289"/>
        </pc:sldMkLst>
      </pc:sldChg>
      <pc:sldChg chg="delSp modSp add replId">
        <pc:chgData name="Hadas Barabash" userId="S::hbarabas@uwaterloo.ca::714ee6e0-76aa-44bc-b831-3a67409d037b" providerId="AD" clId="Web-{58CC98E4-9638-EC6C-D5FD-53D159687CF8}" dt="2025-03-01T17:11:11.633" v="255" actId="20577"/>
        <pc:sldMkLst>
          <pc:docMk/>
          <pc:sldMk cId="1849430699" sldId="290"/>
        </pc:sldMkLst>
      </pc:sldChg>
      <pc:sldChg chg="addSp delSp modSp add mod replId modShow">
        <pc:chgData name="Hadas Barabash" userId="S::hbarabas@uwaterloo.ca::714ee6e0-76aa-44bc-b831-3a67409d037b" providerId="AD" clId="Web-{58CC98E4-9638-EC6C-D5FD-53D159687CF8}" dt="2025-03-01T17:39:42.885" v="466"/>
        <pc:sldMkLst>
          <pc:docMk/>
          <pc:sldMk cId="2663187737" sldId="291"/>
        </pc:sldMkLst>
      </pc:sldChg>
    </pc:docChg>
  </pc:docChgLst>
  <pc:docChgLst>
    <pc:chgData name="Lucas Gomez Tobon" userId="cf9d25da-85b4-4d00-a25c-d24056a01708" providerId="ADAL" clId="{57186037-481C-EE4D-BE99-A281BF053467}"/>
    <pc:docChg chg="undo redo custSel addSld delSld modSld sldOrd">
      <pc:chgData name="Lucas Gomez Tobon" userId="cf9d25da-85b4-4d00-a25c-d24056a01708" providerId="ADAL" clId="{57186037-481C-EE4D-BE99-A281BF053467}" dt="2025-01-28T13:44:47.644" v="1839" actId="20577"/>
      <pc:docMkLst>
        <pc:docMk/>
      </pc:docMkLst>
      <pc:sldChg chg="addSp modSp mod modAnim">
        <pc:chgData name="Lucas Gomez Tobon" userId="cf9d25da-85b4-4d00-a25c-d24056a01708" providerId="ADAL" clId="{57186037-481C-EE4D-BE99-A281BF053467}" dt="2025-01-28T07:31:06.837" v="1816" actId="1036"/>
        <pc:sldMkLst>
          <pc:docMk/>
          <pc:sldMk cId="2383684856" sldId="271"/>
        </pc:sldMkLst>
      </pc:sldChg>
      <pc:sldChg chg="modNotesTx">
        <pc:chgData name="Lucas Gomez Tobon" userId="cf9d25da-85b4-4d00-a25c-d24056a01708" providerId="ADAL" clId="{57186037-481C-EE4D-BE99-A281BF053467}" dt="2025-01-28T13:31:36.927" v="1838" actId="20577"/>
        <pc:sldMkLst>
          <pc:docMk/>
          <pc:sldMk cId="2768627741" sldId="273"/>
        </pc:sldMkLst>
      </pc:sldChg>
      <pc:sldChg chg="modSp">
        <pc:chgData name="Lucas Gomez Tobon" userId="cf9d25da-85b4-4d00-a25c-d24056a01708" providerId="ADAL" clId="{57186037-481C-EE4D-BE99-A281BF053467}" dt="2025-01-28T04:17:53.362" v="828" actId="20577"/>
        <pc:sldMkLst>
          <pc:docMk/>
          <pc:sldMk cId="3818871644" sldId="276"/>
        </pc:sldMkLst>
      </pc:sldChg>
      <pc:sldChg chg="modNotesTx">
        <pc:chgData name="Lucas Gomez Tobon" userId="cf9d25da-85b4-4d00-a25c-d24056a01708" providerId="ADAL" clId="{57186037-481C-EE4D-BE99-A281BF053467}" dt="2025-01-28T13:44:47.644" v="1839" actId="20577"/>
        <pc:sldMkLst>
          <pc:docMk/>
          <pc:sldMk cId="1267210343" sldId="278"/>
        </pc:sldMkLst>
      </pc:sldChg>
      <pc:sldChg chg="del">
        <pc:chgData name="Lucas Gomez Tobon" userId="cf9d25da-85b4-4d00-a25c-d24056a01708" providerId="ADAL" clId="{57186037-481C-EE4D-BE99-A281BF053467}" dt="2025-01-28T03:11:52.234" v="462" actId="2696"/>
        <pc:sldMkLst>
          <pc:docMk/>
          <pc:sldMk cId="1283617189" sldId="281"/>
        </pc:sldMkLst>
      </pc:sldChg>
      <pc:sldChg chg="modSp mod">
        <pc:chgData name="Lucas Gomez Tobon" userId="cf9d25da-85b4-4d00-a25c-d24056a01708" providerId="ADAL" clId="{57186037-481C-EE4D-BE99-A281BF053467}" dt="2025-01-28T02:49:12.013" v="25" actId="21"/>
        <pc:sldMkLst>
          <pc:docMk/>
          <pc:sldMk cId="3473931970" sldId="284"/>
        </pc:sldMkLst>
      </pc:sldChg>
      <pc:sldChg chg="del">
        <pc:chgData name="Lucas Gomez Tobon" userId="cf9d25da-85b4-4d00-a25c-d24056a01708" providerId="ADAL" clId="{57186037-481C-EE4D-BE99-A281BF053467}" dt="2025-01-28T03:11:45.244" v="461" actId="2696"/>
        <pc:sldMkLst>
          <pc:docMk/>
          <pc:sldMk cId="2499392331" sldId="285"/>
        </pc:sldMkLst>
      </pc:sldChg>
      <pc:sldChg chg="addSp modSp mod">
        <pc:chgData name="Lucas Gomez Tobon" userId="cf9d25da-85b4-4d00-a25c-d24056a01708" providerId="ADAL" clId="{57186037-481C-EE4D-BE99-A281BF053467}" dt="2025-01-28T03:25:45.194" v="590" actId="14100"/>
        <pc:sldMkLst>
          <pc:docMk/>
          <pc:sldMk cId="558997570" sldId="286"/>
        </pc:sldMkLst>
      </pc:sldChg>
      <pc:sldChg chg="addSp delSp modSp add mod modAnim chgLayout modNotesTx">
        <pc:chgData name="Lucas Gomez Tobon" userId="cf9d25da-85b4-4d00-a25c-d24056a01708" providerId="ADAL" clId="{57186037-481C-EE4D-BE99-A281BF053467}" dt="2025-01-28T04:06:31.553" v="730"/>
        <pc:sldMkLst>
          <pc:docMk/>
          <pc:sldMk cId="2856628036" sldId="287"/>
        </pc:sldMkLst>
      </pc:sldChg>
      <pc:sldChg chg="addSp modSp add mod modAnim">
        <pc:chgData name="Lucas Gomez Tobon" userId="cf9d25da-85b4-4d00-a25c-d24056a01708" providerId="ADAL" clId="{57186037-481C-EE4D-BE99-A281BF053467}" dt="2025-01-28T04:06:54.374" v="734" actId="122"/>
        <pc:sldMkLst>
          <pc:docMk/>
          <pc:sldMk cId="951016470" sldId="288"/>
        </pc:sldMkLst>
      </pc:sldChg>
      <pc:sldChg chg="addSp modSp add mod">
        <pc:chgData name="Lucas Gomez Tobon" userId="cf9d25da-85b4-4d00-a25c-d24056a01708" providerId="ADAL" clId="{57186037-481C-EE4D-BE99-A281BF053467}" dt="2025-01-28T03:29:50.310" v="662" actId="20577"/>
        <pc:sldMkLst>
          <pc:docMk/>
          <pc:sldMk cId="1333920756" sldId="289"/>
        </pc:sldMkLst>
      </pc:sldChg>
      <pc:sldChg chg="addSp delSp modSp add mod">
        <pc:chgData name="Lucas Gomez Tobon" userId="cf9d25da-85b4-4d00-a25c-d24056a01708" providerId="ADAL" clId="{57186037-481C-EE4D-BE99-A281BF053467}" dt="2025-01-28T03:33:34.636" v="713" actId="478"/>
        <pc:sldMkLst>
          <pc:docMk/>
          <pc:sldMk cId="3858485298" sldId="290"/>
        </pc:sldMkLst>
      </pc:sldChg>
      <pc:sldChg chg="add">
        <pc:chgData name="Lucas Gomez Tobon" userId="cf9d25da-85b4-4d00-a25c-d24056a01708" providerId="ADAL" clId="{57186037-481C-EE4D-BE99-A281BF053467}" dt="2025-01-28T03:33:31.396" v="711" actId="2890"/>
        <pc:sldMkLst>
          <pc:docMk/>
          <pc:sldMk cId="2015458847" sldId="291"/>
        </pc:sldMkLst>
      </pc:sldChg>
      <pc:sldChg chg="addSp delSp modSp add mod modAnim chgLayout">
        <pc:chgData name="Lucas Gomez Tobon" userId="cf9d25da-85b4-4d00-a25c-d24056a01708" providerId="ADAL" clId="{57186037-481C-EE4D-BE99-A281BF053467}" dt="2025-01-28T04:29:45.796" v="836"/>
        <pc:sldMkLst>
          <pc:docMk/>
          <pc:sldMk cId="4151385502" sldId="292"/>
        </pc:sldMkLst>
      </pc:sldChg>
      <pc:sldChg chg="addSp delSp modSp add mod delAnim modAnim">
        <pc:chgData name="Lucas Gomez Tobon" userId="cf9d25da-85b4-4d00-a25c-d24056a01708" providerId="ADAL" clId="{57186037-481C-EE4D-BE99-A281BF053467}" dt="2025-01-28T05:15:56.491" v="991"/>
        <pc:sldMkLst>
          <pc:docMk/>
          <pc:sldMk cId="1956229259" sldId="293"/>
        </pc:sldMkLst>
      </pc:sldChg>
      <pc:sldChg chg="addSp delSp modSp add mod">
        <pc:chgData name="Lucas Gomez Tobon" userId="cf9d25da-85b4-4d00-a25c-d24056a01708" providerId="ADAL" clId="{57186037-481C-EE4D-BE99-A281BF053467}" dt="2025-01-28T05:24:23.417" v="1211" actId="1036"/>
        <pc:sldMkLst>
          <pc:docMk/>
          <pc:sldMk cId="3074329730" sldId="294"/>
        </pc:sldMkLst>
      </pc:sldChg>
      <pc:sldChg chg="addSp modSp add mod modNotesTx">
        <pc:chgData name="Lucas Gomez Tobon" userId="cf9d25da-85b4-4d00-a25c-d24056a01708" providerId="ADAL" clId="{57186037-481C-EE4D-BE99-A281BF053467}" dt="2025-01-28T05:27:42.895" v="1246" actId="1038"/>
        <pc:sldMkLst>
          <pc:docMk/>
          <pc:sldMk cId="3168117901" sldId="295"/>
        </pc:sldMkLst>
      </pc:sldChg>
      <pc:sldChg chg="addSp delSp modSp add del mod">
        <pc:chgData name="Lucas Gomez Tobon" userId="cf9d25da-85b4-4d00-a25c-d24056a01708" providerId="ADAL" clId="{57186037-481C-EE4D-BE99-A281BF053467}" dt="2025-01-28T05:16:09.500" v="995" actId="2696"/>
        <pc:sldMkLst>
          <pc:docMk/>
          <pc:sldMk cId="3663785670" sldId="295"/>
        </pc:sldMkLst>
      </pc:sldChg>
      <pc:sldChg chg="addSp delSp modSp add mod modNotesTx">
        <pc:chgData name="Lucas Gomez Tobon" userId="cf9d25da-85b4-4d00-a25c-d24056a01708" providerId="ADAL" clId="{57186037-481C-EE4D-BE99-A281BF053467}" dt="2025-01-28T06:04:10.953" v="1292" actId="20577"/>
        <pc:sldMkLst>
          <pc:docMk/>
          <pc:sldMk cId="3380431322" sldId="296"/>
        </pc:sldMkLst>
      </pc:sldChg>
      <pc:sldChg chg="addSp delSp modSp add mod ord">
        <pc:chgData name="Lucas Gomez Tobon" userId="cf9d25da-85b4-4d00-a25c-d24056a01708" providerId="ADAL" clId="{57186037-481C-EE4D-BE99-A281BF053467}" dt="2025-01-28T06:37:56.400" v="1331" actId="1076"/>
        <pc:sldMkLst>
          <pc:docMk/>
          <pc:sldMk cId="1712669314" sldId="297"/>
        </pc:sldMkLst>
      </pc:sldChg>
      <pc:sldChg chg="addSp delSp modSp add mod modNotesTx">
        <pc:chgData name="Lucas Gomez Tobon" userId="cf9d25da-85b4-4d00-a25c-d24056a01708" providerId="ADAL" clId="{57186037-481C-EE4D-BE99-A281BF053467}" dt="2025-01-28T06:59:07.273" v="1433" actId="20577"/>
        <pc:sldMkLst>
          <pc:docMk/>
          <pc:sldMk cId="2205907013" sldId="298"/>
        </pc:sldMkLst>
      </pc:sldChg>
      <pc:sldChg chg="addSp delSp modSp add mod modNotesTx">
        <pc:chgData name="Lucas Gomez Tobon" userId="cf9d25da-85b4-4d00-a25c-d24056a01708" providerId="ADAL" clId="{57186037-481C-EE4D-BE99-A281BF053467}" dt="2025-01-28T07:14:28.542" v="1574"/>
        <pc:sldMkLst>
          <pc:docMk/>
          <pc:sldMk cId="2919461749" sldId="299"/>
        </pc:sldMkLst>
      </pc:sldChg>
      <pc:sldChg chg="addSp delSp modSp add mod">
        <pc:chgData name="Lucas Gomez Tobon" userId="cf9d25da-85b4-4d00-a25c-d24056a01708" providerId="ADAL" clId="{57186037-481C-EE4D-BE99-A281BF053467}" dt="2025-01-28T07:03:42.411" v="1445" actId="1076"/>
        <pc:sldMkLst>
          <pc:docMk/>
          <pc:sldMk cId="618440969" sldId="300"/>
        </pc:sldMkLst>
      </pc:sldChg>
      <pc:sldChg chg="addSp delSp modSp add mod">
        <pc:chgData name="Lucas Gomez Tobon" userId="cf9d25da-85b4-4d00-a25c-d24056a01708" providerId="ADAL" clId="{57186037-481C-EE4D-BE99-A281BF053467}" dt="2025-01-28T07:07:11.535" v="1450" actId="1076"/>
        <pc:sldMkLst>
          <pc:docMk/>
          <pc:sldMk cId="3664543197" sldId="301"/>
        </pc:sldMkLst>
      </pc:sldChg>
      <pc:sldChg chg="addSp delSp modSp add del mod">
        <pc:chgData name="Lucas Gomez Tobon" userId="cf9d25da-85b4-4d00-a25c-d24056a01708" providerId="ADAL" clId="{57186037-481C-EE4D-BE99-A281BF053467}" dt="2025-01-28T07:20:51.429" v="1724" actId="123"/>
        <pc:sldMkLst>
          <pc:docMk/>
          <pc:sldMk cId="2215471662" sldId="302"/>
        </pc:sldMkLst>
      </pc:sldChg>
      <pc:sldChg chg="addSp delSp modSp add mod">
        <pc:chgData name="Lucas Gomez Tobon" userId="cf9d25da-85b4-4d00-a25c-d24056a01708" providerId="ADAL" clId="{57186037-481C-EE4D-BE99-A281BF053467}" dt="2025-01-28T07:08:13.861" v="1460" actId="1076"/>
        <pc:sldMkLst>
          <pc:docMk/>
          <pc:sldMk cId="224968931" sldId="303"/>
        </pc:sldMkLst>
      </pc:sldChg>
      <pc:sldChg chg="addSp delSp modSp add mod modNotesTx">
        <pc:chgData name="Lucas Gomez Tobon" userId="cf9d25da-85b4-4d00-a25c-d24056a01708" providerId="ADAL" clId="{57186037-481C-EE4D-BE99-A281BF053467}" dt="2025-01-28T07:24:24.123" v="1813" actId="1076"/>
        <pc:sldMkLst>
          <pc:docMk/>
          <pc:sldMk cId="937137276" sldId="304"/>
        </pc:sldMkLst>
      </pc:sldChg>
      <pc:sldChg chg="addSp delSp modSp add mod modNotesTx">
        <pc:chgData name="Lucas Gomez Tobon" userId="cf9d25da-85b4-4d00-a25c-d24056a01708" providerId="ADAL" clId="{57186037-481C-EE4D-BE99-A281BF053467}" dt="2025-01-28T07:20:07.266" v="1706" actId="33524"/>
        <pc:sldMkLst>
          <pc:docMk/>
          <pc:sldMk cId="2209017819" sldId="305"/>
        </pc:sldMkLst>
      </pc:sldChg>
    </pc:docChg>
  </pc:docChgLst>
  <pc:docChgLst>
    <pc:chgData name="Lucas Gomez Tobon" userId="S::lgomezto@uwaterloo.ca::cf9d25da-85b4-4d00-a25c-d24056a01708" providerId="AD" clId="Web-{650FC0E6-5F90-7B05-ED30-2215BA8E4790}"/>
    <pc:docChg chg="delSld modSld">
      <pc:chgData name="Lucas Gomez Tobon" userId="S::lgomezto@uwaterloo.ca::cf9d25da-85b4-4d00-a25c-d24056a01708" providerId="AD" clId="Web-{650FC0E6-5F90-7B05-ED30-2215BA8E4790}" dt="2025-03-02T23:57:58.066" v="12" actId="20577"/>
      <pc:docMkLst>
        <pc:docMk/>
      </pc:docMkLst>
      <pc:sldChg chg="modSp">
        <pc:chgData name="Lucas Gomez Tobon" userId="S::lgomezto@uwaterloo.ca::cf9d25da-85b4-4d00-a25c-d24056a01708" providerId="AD" clId="Web-{650FC0E6-5F90-7B05-ED30-2215BA8E4790}" dt="2025-03-02T23:57:58.066" v="12" actId="20577"/>
        <pc:sldMkLst>
          <pc:docMk/>
          <pc:sldMk cId="528246384" sldId="271"/>
        </pc:sldMkLst>
      </pc:sldChg>
      <pc:sldChg chg="del">
        <pc:chgData name="Lucas Gomez Tobon" userId="S::lgomezto@uwaterloo.ca::cf9d25da-85b4-4d00-a25c-d24056a01708" providerId="AD" clId="Web-{650FC0E6-5F90-7B05-ED30-2215BA8E4790}" dt="2025-03-02T23:51:21.758" v="5"/>
        <pc:sldMkLst>
          <pc:docMk/>
          <pc:sldMk cId="1804416619" sldId="276"/>
        </pc:sldMkLst>
      </pc:sldChg>
      <pc:sldChg chg="delSp modSp">
        <pc:chgData name="Lucas Gomez Tobon" userId="S::lgomezto@uwaterloo.ca::cf9d25da-85b4-4d00-a25c-d24056a01708" providerId="AD" clId="Web-{650FC0E6-5F90-7B05-ED30-2215BA8E4790}" dt="2025-03-02T23:50:49.540" v="1"/>
        <pc:sldMkLst>
          <pc:docMk/>
          <pc:sldMk cId="3531472169" sldId="284"/>
        </pc:sldMkLst>
      </pc:sldChg>
      <pc:sldChg chg="delSp modSp">
        <pc:chgData name="Lucas Gomez Tobon" userId="S::lgomezto@uwaterloo.ca::cf9d25da-85b4-4d00-a25c-d24056a01708" providerId="AD" clId="Web-{650FC0E6-5F90-7B05-ED30-2215BA8E4790}" dt="2025-03-02T23:50:59.977" v="3"/>
        <pc:sldMkLst>
          <pc:docMk/>
          <pc:sldMk cId="3540960599" sldId="285"/>
        </pc:sldMkLst>
      </pc:sldChg>
      <pc:sldChg chg="del">
        <pc:chgData name="Lucas Gomez Tobon" userId="S::lgomezto@uwaterloo.ca::cf9d25da-85b4-4d00-a25c-d24056a01708" providerId="AD" clId="Web-{650FC0E6-5F90-7B05-ED30-2215BA8E4790}" dt="2025-03-02T23:51:13.055" v="4"/>
        <pc:sldMkLst>
          <pc:docMk/>
          <pc:sldMk cId="3603911118" sldId="288"/>
        </pc:sldMkLst>
      </pc:sldChg>
    </pc:docChg>
  </pc:docChgLst>
  <pc:docChgLst>
    <pc:chgData name="Lucas Gomez Tobon" userId="cf9d25da-85b4-4d00-a25c-d24056a01708" providerId="ADAL" clId="{103AD4EC-493B-1E49-B139-CB8998493215}"/>
    <pc:docChg chg="undo redo custSel addSld delSld modSld sldOrd">
      <pc:chgData name="Lucas Gomez Tobon" userId="cf9d25da-85b4-4d00-a25c-d24056a01708" providerId="ADAL" clId="{103AD4EC-493B-1E49-B139-CB8998493215}" dt="2025-02-28T20:07:05.299" v="1950" actId="20577"/>
      <pc:docMkLst>
        <pc:docMk/>
      </pc:docMkLst>
      <pc:sldChg chg="addSp delSp modSp add del mod">
        <pc:chgData name="Lucas Gomez Tobon" userId="cf9d25da-85b4-4d00-a25c-d24056a01708" providerId="ADAL" clId="{103AD4EC-493B-1E49-B139-CB8998493215}" dt="2025-02-27T21:01:56.125" v="210" actId="478"/>
        <pc:sldMkLst>
          <pc:docMk/>
          <pc:sldMk cId="114863653" sldId="268"/>
        </pc:sldMkLst>
        <pc:spChg chg="mod">
          <ac:chgData name="Lucas Gomez Tobon" userId="cf9d25da-85b4-4d00-a25c-d24056a01708" providerId="ADAL" clId="{103AD4EC-493B-1E49-B139-CB8998493215}" dt="2025-02-27T20:53:21.374" v="29" actId="20577"/>
          <ac:spMkLst>
            <pc:docMk/>
            <pc:sldMk cId="114863653" sldId="268"/>
            <ac:spMk id="2" creationId="{00000000-0000-0000-0000-000000000000}"/>
          </ac:spMkLst>
        </pc:spChg>
      </pc:sldChg>
      <pc:sldChg chg="del">
        <pc:chgData name="Lucas Gomez Tobon" userId="cf9d25da-85b4-4d00-a25c-d24056a01708" providerId="ADAL" clId="{103AD4EC-493B-1E49-B139-CB8998493215}" dt="2025-02-27T20:53:25.786" v="34" actId="2696"/>
        <pc:sldMkLst>
          <pc:docMk/>
          <pc:sldMk cId="443207280" sldId="269"/>
        </pc:sldMkLst>
      </pc:sldChg>
      <pc:sldChg chg="del">
        <pc:chgData name="Lucas Gomez Tobon" userId="cf9d25da-85b4-4d00-a25c-d24056a01708" providerId="ADAL" clId="{103AD4EC-493B-1E49-B139-CB8998493215}" dt="2025-02-27T20:53:26.368" v="42" actId="2696"/>
        <pc:sldMkLst>
          <pc:docMk/>
          <pc:sldMk cId="1805095890" sldId="270"/>
        </pc:sldMkLst>
      </pc:sldChg>
      <pc:sldChg chg="delSp modSp add del mod modNotesTx">
        <pc:chgData name="Lucas Gomez Tobon" userId="cf9d25da-85b4-4d00-a25c-d24056a01708" providerId="ADAL" clId="{103AD4EC-493B-1E49-B139-CB8998493215}" dt="2025-02-28T20:07:05.299" v="1950" actId="20577"/>
        <pc:sldMkLst>
          <pc:docMk/>
          <pc:sldMk cId="528246384" sldId="271"/>
        </pc:sldMkLst>
      </pc:sldChg>
      <pc:sldChg chg="del">
        <pc:chgData name="Lucas Gomez Tobon" userId="cf9d25da-85b4-4d00-a25c-d24056a01708" providerId="ADAL" clId="{103AD4EC-493B-1E49-B139-CB8998493215}" dt="2025-02-27T20:53:26.568" v="44" actId="2696"/>
        <pc:sldMkLst>
          <pc:docMk/>
          <pc:sldMk cId="1438577476" sldId="272"/>
        </pc:sldMkLst>
      </pc:sldChg>
      <pc:sldChg chg="addSp delSp modSp new mod modNotesTx">
        <pc:chgData name="Lucas Gomez Tobon" userId="cf9d25da-85b4-4d00-a25c-d24056a01708" providerId="ADAL" clId="{103AD4EC-493B-1E49-B139-CB8998493215}" dt="2025-02-28T03:23:03.491" v="343" actId="1076"/>
        <pc:sldMkLst>
          <pc:docMk/>
          <pc:sldMk cId="1997880538" sldId="272"/>
        </pc:sldMkLst>
      </pc:sldChg>
      <pc:sldChg chg="delSp modSp new mod modShow">
        <pc:chgData name="Lucas Gomez Tobon" userId="cf9d25da-85b4-4d00-a25c-d24056a01708" providerId="ADAL" clId="{103AD4EC-493B-1E49-B139-CB8998493215}" dt="2025-02-28T04:06:20.686" v="780" actId="729"/>
        <pc:sldMkLst>
          <pc:docMk/>
          <pc:sldMk cId="1234351388" sldId="273"/>
        </pc:sldMkLst>
      </pc:sldChg>
      <pc:sldChg chg="del">
        <pc:chgData name="Lucas Gomez Tobon" userId="cf9d25da-85b4-4d00-a25c-d24056a01708" providerId="ADAL" clId="{103AD4EC-493B-1E49-B139-CB8998493215}" dt="2025-02-27T20:53:27.281" v="53" actId="2696"/>
        <pc:sldMkLst>
          <pc:docMk/>
          <pc:sldMk cId="2359406500" sldId="273"/>
        </pc:sldMkLst>
      </pc:sldChg>
      <pc:sldChg chg="addSp delSp modSp new del mod">
        <pc:chgData name="Lucas Gomez Tobon" userId="cf9d25da-85b4-4d00-a25c-d24056a01708" providerId="ADAL" clId="{103AD4EC-493B-1E49-B139-CB8998493215}" dt="2025-02-28T15:25:42.236" v="875" actId="2696"/>
        <pc:sldMkLst>
          <pc:docMk/>
          <pc:sldMk cId="402322124" sldId="274"/>
        </pc:sldMkLst>
      </pc:sldChg>
      <pc:sldChg chg="del">
        <pc:chgData name="Lucas Gomez Tobon" userId="cf9d25da-85b4-4d00-a25c-d24056a01708" providerId="ADAL" clId="{103AD4EC-493B-1E49-B139-CB8998493215}" dt="2025-02-27T20:53:25.058" v="30" actId="2696"/>
        <pc:sldMkLst>
          <pc:docMk/>
          <pc:sldMk cId="3716777779" sldId="274"/>
        </pc:sldMkLst>
      </pc:sldChg>
      <pc:sldChg chg="del">
        <pc:chgData name="Lucas Gomez Tobon" userId="cf9d25da-85b4-4d00-a25c-d24056a01708" providerId="ADAL" clId="{103AD4EC-493B-1E49-B139-CB8998493215}" dt="2025-02-27T20:53:25.468" v="31" actId="2696"/>
        <pc:sldMkLst>
          <pc:docMk/>
          <pc:sldMk cId="41004988" sldId="275"/>
        </pc:sldMkLst>
      </pc:sldChg>
      <pc:sldChg chg="addSp delSp modSp add mod ord">
        <pc:chgData name="Lucas Gomez Tobon" userId="cf9d25da-85b4-4d00-a25c-d24056a01708" providerId="ADAL" clId="{103AD4EC-493B-1E49-B139-CB8998493215}" dt="2025-02-28T15:57:50.583" v="1173" actId="20578"/>
        <pc:sldMkLst>
          <pc:docMk/>
          <pc:sldMk cId="3988386968" sldId="275"/>
        </pc:sldMkLst>
      </pc:sldChg>
      <pc:sldChg chg="delSp modSp new mod ord modShow">
        <pc:chgData name="Lucas Gomez Tobon" userId="cf9d25da-85b4-4d00-a25c-d24056a01708" providerId="ADAL" clId="{103AD4EC-493B-1E49-B139-CB8998493215}" dt="2025-02-28T19:52:37.177" v="1505" actId="729"/>
        <pc:sldMkLst>
          <pc:docMk/>
          <pc:sldMk cId="1804416619" sldId="276"/>
        </pc:sldMkLst>
      </pc:sldChg>
      <pc:sldChg chg="del">
        <pc:chgData name="Lucas Gomez Tobon" userId="cf9d25da-85b4-4d00-a25c-d24056a01708" providerId="ADAL" clId="{103AD4EC-493B-1E49-B139-CB8998493215}" dt="2025-02-27T20:53:25.541" v="32" actId="2696"/>
        <pc:sldMkLst>
          <pc:docMk/>
          <pc:sldMk cId="2028138625" sldId="276"/>
        </pc:sldMkLst>
      </pc:sldChg>
      <pc:sldChg chg="del">
        <pc:chgData name="Lucas Gomez Tobon" userId="cf9d25da-85b4-4d00-a25c-d24056a01708" providerId="ADAL" clId="{103AD4EC-493B-1E49-B139-CB8998493215}" dt="2025-02-27T20:53:25.644" v="33" actId="2696"/>
        <pc:sldMkLst>
          <pc:docMk/>
          <pc:sldMk cId="2585391789" sldId="277"/>
        </pc:sldMkLst>
      </pc:sldChg>
      <pc:sldChg chg="del">
        <pc:chgData name="Lucas Gomez Tobon" userId="cf9d25da-85b4-4d00-a25c-d24056a01708" providerId="ADAL" clId="{103AD4EC-493B-1E49-B139-CB8998493215}" dt="2025-02-27T20:53:25.862" v="35" actId="2696"/>
        <pc:sldMkLst>
          <pc:docMk/>
          <pc:sldMk cId="2783724973" sldId="278"/>
        </pc:sldMkLst>
      </pc:sldChg>
      <pc:sldChg chg="del">
        <pc:chgData name="Lucas Gomez Tobon" userId="cf9d25da-85b4-4d00-a25c-d24056a01708" providerId="ADAL" clId="{103AD4EC-493B-1E49-B139-CB8998493215}" dt="2025-02-27T20:53:25.888" v="36" actId="2696"/>
        <pc:sldMkLst>
          <pc:docMk/>
          <pc:sldMk cId="2250309579" sldId="279"/>
        </pc:sldMkLst>
      </pc:sldChg>
      <pc:sldChg chg="del">
        <pc:chgData name="Lucas Gomez Tobon" userId="cf9d25da-85b4-4d00-a25c-d24056a01708" providerId="ADAL" clId="{103AD4EC-493B-1E49-B139-CB8998493215}" dt="2025-02-27T20:53:25.985" v="37" actId="2696"/>
        <pc:sldMkLst>
          <pc:docMk/>
          <pc:sldMk cId="745086764" sldId="280"/>
        </pc:sldMkLst>
      </pc:sldChg>
      <pc:sldChg chg="del">
        <pc:chgData name="Lucas Gomez Tobon" userId="cf9d25da-85b4-4d00-a25c-d24056a01708" providerId="ADAL" clId="{103AD4EC-493B-1E49-B139-CB8998493215}" dt="2025-02-27T20:53:26.068" v="38" actId="2696"/>
        <pc:sldMkLst>
          <pc:docMk/>
          <pc:sldMk cId="1693173253" sldId="281"/>
        </pc:sldMkLst>
      </pc:sldChg>
      <pc:sldChg chg="addSp delSp modSp add del mod modShow">
        <pc:chgData name="Lucas Gomez Tobon" userId="cf9d25da-85b4-4d00-a25c-d24056a01708" providerId="ADAL" clId="{103AD4EC-493B-1E49-B139-CB8998493215}" dt="2025-02-28T19:38:51.402" v="1346" actId="2696"/>
        <pc:sldMkLst>
          <pc:docMk/>
          <pc:sldMk cId="2397961105" sldId="282"/>
        </pc:sldMkLst>
      </pc:sldChg>
      <pc:sldChg chg="del">
        <pc:chgData name="Lucas Gomez Tobon" userId="cf9d25da-85b4-4d00-a25c-d24056a01708" providerId="ADAL" clId="{103AD4EC-493B-1E49-B139-CB8998493215}" dt="2025-02-27T20:53:26.139" v="39" actId="2696"/>
        <pc:sldMkLst>
          <pc:docMk/>
          <pc:sldMk cId="4285885096" sldId="282"/>
        </pc:sldMkLst>
      </pc:sldChg>
      <pc:sldChg chg="del">
        <pc:chgData name="Lucas Gomez Tobon" userId="cf9d25da-85b4-4d00-a25c-d24056a01708" providerId="ADAL" clId="{103AD4EC-493B-1E49-B139-CB8998493215}" dt="2025-02-27T20:53:26.206" v="40" actId="2696"/>
        <pc:sldMkLst>
          <pc:docMk/>
          <pc:sldMk cId="1474425900" sldId="283"/>
        </pc:sldMkLst>
      </pc:sldChg>
      <pc:sldChg chg="addSp modSp add">
        <pc:chgData name="Lucas Gomez Tobon" userId="cf9d25da-85b4-4d00-a25c-d24056a01708" providerId="ADAL" clId="{103AD4EC-493B-1E49-B139-CB8998493215}" dt="2025-02-28T19:50:04.393" v="1469"/>
        <pc:sldMkLst>
          <pc:docMk/>
          <pc:sldMk cId="1517857218" sldId="283"/>
        </pc:sldMkLst>
      </pc:sldChg>
      <pc:sldChg chg="addSp delSp modSp add mod ord modNotesTx">
        <pc:chgData name="Lucas Gomez Tobon" userId="cf9d25da-85b4-4d00-a25c-d24056a01708" providerId="ADAL" clId="{103AD4EC-493B-1E49-B139-CB8998493215}" dt="2025-02-28T20:02:25.464" v="1601"/>
        <pc:sldMkLst>
          <pc:docMk/>
          <pc:sldMk cId="3531472169" sldId="284"/>
        </pc:sldMkLst>
      </pc:sldChg>
      <pc:sldChg chg="del">
        <pc:chgData name="Lucas Gomez Tobon" userId="cf9d25da-85b4-4d00-a25c-d24056a01708" providerId="ADAL" clId="{103AD4EC-493B-1E49-B139-CB8998493215}" dt="2025-02-27T20:53:26.294" v="41" actId="2696"/>
        <pc:sldMkLst>
          <pc:docMk/>
          <pc:sldMk cId="2854379692" sldId="285"/>
        </pc:sldMkLst>
      </pc:sldChg>
      <pc:sldChg chg="addSp modSp add mod">
        <pc:chgData name="Lucas Gomez Tobon" userId="cf9d25da-85b4-4d00-a25c-d24056a01708" providerId="ADAL" clId="{103AD4EC-493B-1E49-B139-CB8998493215}" dt="2025-02-28T19:49:46.518" v="1467" actId="1036"/>
        <pc:sldMkLst>
          <pc:docMk/>
          <pc:sldMk cId="3540960599" sldId="285"/>
        </pc:sldMkLst>
      </pc:sldChg>
      <pc:sldChg chg="ord">
        <pc:chgData name="Lucas Gomez Tobon" userId="cf9d25da-85b4-4d00-a25c-d24056a01708" providerId="ADAL" clId="{103AD4EC-493B-1E49-B139-CB8998493215}" dt="2025-02-28T19:52:34.412" v="1504" actId="20578"/>
        <pc:sldMkLst>
          <pc:docMk/>
          <pc:sldMk cId="1047477692" sldId="286"/>
        </pc:sldMkLst>
      </pc:sldChg>
      <pc:sldChg chg="del">
        <pc:chgData name="Lucas Gomez Tobon" userId="cf9d25da-85b4-4d00-a25c-d24056a01708" providerId="ADAL" clId="{103AD4EC-493B-1E49-B139-CB8998493215}" dt="2025-02-27T20:53:26.490" v="43" actId="2696"/>
        <pc:sldMkLst>
          <pc:docMk/>
          <pc:sldMk cId="1310127744" sldId="287"/>
        </pc:sldMkLst>
      </pc:sldChg>
      <pc:sldChg chg="addSp delSp modSp add mod">
        <pc:chgData name="Lucas Gomez Tobon" userId="cf9d25da-85b4-4d00-a25c-d24056a01708" providerId="ADAL" clId="{103AD4EC-493B-1E49-B139-CB8998493215}" dt="2025-02-28T19:51:54.345" v="1500" actId="1076"/>
        <pc:sldMkLst>
          <pc:docMk/>
          <pc:sldMk cId="3609185733" sldId="287"/>
        </pc:sldMkLst>
      </pc:sldChg>
      <pc:sldChg chg="addSp delSp modSp add mod">
        <pc:chgData name="Lucas Gomez Tobon" userId="cf9d25da-85b4-4d00-a25c-d24056a01708" providerId="ADAL" clId="{103AD4EC-493B-1E49-B139-CB8998493215}" dt="2025-02-28T20:00:27.128" v="1593" actId="478"/>
        <pc:sldMkLst>
          <pc:docMk/>
          <pc:sldMk cId="3603911118" sldId="288"/>
        </pc:sldMkLst>
      </pc:sldChg>
      <pc:sldChg chg="del">
        <pc:chgData name="Lucas Gomez Tobon" userId="cf9d25da-85b4-4d00-a25c-d24056a01708" providerId="ADAL" clId="{103AD4EC-493B-1E49-B139-CB8998493215}" dt="2025-02-27T20:53:26.617" v="45" actId="2696"/>
        <pc:sldMkLst>
          <pc:docMk/>
          <pc:sldMk cId="3637943553" sldId="288"/>
        </pc:sldMkLst>
      </pc:sldChg>
      <pc:sldChg chg="del">
        <pc:chgData name="Lucas Gomez Tobon" userId="cf9d25da-85b4-4d00-a25c-d24056a01708" providerId="ADAL" clId="{103AD4EC-493B-1E49-B139-CB8998493215}" dt="2025-02-27T20:53:26.700" v="46" actId="2696"/>
        <pc:sldMkLst>
          <pc:docMk/>
          <pc:sldMk cId="1525734608" sldId="289"/>
        </pc:sldMkLst>
      </pc:sldChg>
      <pc:sldChg chg="del">
        <pc:chgData name="Lucas Gomez Tobon" userId="cf9d25da-85b4-4d00-a25c-d24056a01708" providerId="ADAL" clId="{103AD4EC-493B-1E49-B139-CB8998493215}" dt="2025-02-27T20:53:26.795" v="47" actId="2696"/>
        <pc:sldMkLst>
          <pc:docMk/>
          <pc:sldMk cId="600999894" sldId="290"/>
        </pc:sldMkLst>
      </pc:sldChg>
      <pc:sldChg chg="del">
        <pc:chgData name="Lucas Gomez Tobon" userId="cf9d25da-85b4-4d00-a25c-d24056a01708" providerId="ADAL" clId="{103AD4EC-493B-1E49-B139-CB8998493215}" dt="2025-02-27T20:53:26.878" v="48" actId="2696"/>
        <pc:sldMkLst>
          <pc:docMk/>
          <pc:sldMk cId="2544661252" sldId="291"/>
        </pc:sldMkLst>
      </pc:sldChg>
      <pc:sldChg chg="del">
        <pc:chgData name="Lucas Gomez Tobon" userId="cf9d25da-85b4-4d00-a25c-d24056a01708" providerId="ADAL" clId="{103AD4EC-493B-1E49-B139-CB8998493215}" dt="2025-02-27T20:53:26.972" v="49" actId="2696"/>
        <pc:sldMkLst>
          <pc:docMk/>
          <pc:sldMk cId="4131697045" sldId="292"/>
        </pc:sldMkLst>
      </pc:sldChg>
      <pc:sldChg chg="del">
        <pc:chgData name="Lucas Gomez Tobon" userId="cf9d25da-85b4-4d00-a25c-d24056a01708" providerId="ADAL" clId="{103AD4EC-493B-1E49-B139-CB8998493215}" dt="2025-02-27T20:53:27.030" v="50" actId="2696"/>
        <pc:sldMkLst>
          <pc:docMk/>
          <pc:sldMk cId="3467594391" sldId="293"/>
        </pc:sldMkLst>
      </pc:sldChg>
      <pc:sldChg chg="del">
        <pc:chgData name="Lucas Gomez Tobon" userId="cf9d25da-85b4-4d00-a25c-d24056a01708" providerId="ADAL" clId="{103AD4EC-493B-1E49-B139-CB8998493215}" dt="2025-02-27T20:53:27.113" v="51" actId="2696"/>
        <pc:sldMkLst>
          <pc:docMk/>
          <pc:sldMk cId="1271391115" sldId="294"/>
        </pc:sldMkLst>
      </pc:sldChg>
      <pc:sldChg chg="del">
        <pc:chgData name="Lucas Gomez Tobon" userId="cf9d25da-85b4-4d00-a25c-d24056a01708" providerId="ADAL" clId="{103AD4EC-493B-1E49-B139-CB8998493215}" dt="2025-02-27T20:53:27.197" v="52" actId="2696"/>
        <pc:sldMkLst>
          <pc:docMk/>
          <pc:sldMk cId="1084600898" sldId="295"/>
        </pc:sldMkLst>
      </pc:sldChg>
    </pc:docChg>
  </pc:docChgLst>
  <pc:docChgLst>
    <pc:chgData name="Lucas Gomez Tobon" userId="cf9d25da-85b4-4d00-a25c-d24056a01708" providerId="ADAL" clId="{4D7C7169-B470-D144-B277-DEA99AAFD977}"/>
    <pc:docChg chg="undo custSel addSld delSld modSld sldOrd">
      <pc:chgData name="Lucas Gomez Tobon" userId="cf9d25da-85b4-4d00-a25c-d24056a01708" providerId="ADAL" clId="{4D7C7169-B470-D144-B277-DEA99AAFD977}" dt="2025-03-15T23:13:14.630" v="3270" actId="1076"/>
      <pc:docMkLst>
        <pc:docMk/>
      </pc:docMkLst>
      <pc:sldChg chg="modSp mod">
        <pc:chgData name="Lucas Gomez Tobon" userId="cf9d25da-85b4-4d00-a25c-d24056a01708" providerId="ADAL" clId="{4D7C7169-B470-D144-B277-DEA99AAFD977}" dt="2025-03-15T18:16:04.085" v="76" actId="14100"/>
        <pc:sldMkLst>
          <pc:docMk/>
          <pc:sldMk cId="114863653" sldId="268"/>
        </pc:sldMkLst>
        <pc:spChg chg="mod">
          <ac:chgData name="Lucas Gomez Tobon" userId="cf9d25da-85b4-4d00-a25c-d24056a01708" providerId="ADAL" clId="{4D7C7169-B470-D144-B277-DEA99AAFD977}" dt="2025-03-15T18:12:54.904" v="0"/>
          <ac:spMkLst>
            <pc:docMk/>
            <pc:sldMk cId="114863653" sldId="268"/>
            <ac:spMk id="2" creationId="{00000000-0000-0000-0000-000000000000}"/>
          </ac:spMkLst>
        </pc:spChg>
      </pc:sldChg>
      <pc:sldChg chg="modSp mod modAnim modNotesTx">
        <pc:chgData name="Lucas Gomez Tobon" userId="cf9d25da-85b4-4d00-a25c-d24056a01708" providerId="ADAL" clId="{4D7C7169-B470-D144-B277-DEA99AAFD977}" dt="2025-03-15T22:01:57.190" v="2226" actId="20577"/>
        <pc:sldMkLst>
          <pc:docMk/>
          <pc:sldMk cId="528246384" sldId="271"/>
        </pc:sldMkLst>
      </pc:sldChg>
      <pc:sldChg chg="del">
        <pc:chgData name="Lucas Gomez Tobon" userId="cf9d25da-85b4-4d00-a25c-d24056a01708" providerId="ADAL" clId="{4D7C7169-B470-D144-B277-DEA99AAFD977}" dt="2025-03-15T18:16:16.509" v="86" actId="2696"/>
        <pc:sldMkLst>
          <pc:docMk/>
          <pc:sldMk cId="1997880538" sldId="272"/>
        </pc:sldMkLst>
      </pc:sldChg>
      <pc:sldChg chg="del">
        <pc:chgData name="Lucas Gomez Tobon" userId="cf9d25da-85b4-4d00-a25c-d24056a01708" providerId="ADAL" clId="{4D7C7169-B470-D144-B277-DEA99AAFD977}" dt="2025-03-15T18:16:15.340" v="81" actId="2696"/>
        <pc:sldMkLst>
          <pc:docMk/>
          <pc:sldMk cId="1234351388" sldId="273"/>
        </pc:sldMkLst>
      </pc:sldChg>
      <pc:sldChg chg="del">
        <pc:chgData name="Lucas Gomez Tobon" userId="cf9d25da-85b4-4d00-a25c-d24056a01708" providerId="ADAL" clId="{4D7C7169-B470-D144-B277-DEA99AAFD977}" dt="2025-03-15T18:16:16.733" v="87" actId="2696"/>
        <pc:sldMkLst>
          <pc:docMk/>
          <pc:sldMk cId="3988386968" sldId="275"/>
        </pc:sldMkLst>
      </pc:sldChg>
      <pc:sldChg chg="del">
        <pc:chgData name="Lucas Gomez Tobon" userId="cf9d25da-85b4-4d00-a25c-d24056a01708" providerId="ADAL" clId="{4D7C7169-B470-D144-B277-DEA99AAFD977}" dt="2025-03-15T18:16:14.839" v="79" actId="2696"/>
        <pc:sldMkLst>
          <pc:docMk/>
          <pc:sldMk cId="731865282" sldId="277"/>
        </pc:sldMkLst>
      </pc:sldChg>
      <pc:sldChg chg="del">
        <pc:chgData name="Lucas Gomez Tobon" userId="cf9d25da-85b4-4d00-a25c-d24056a01708" providerId="ADAL" clId="{4D7C7169-B470-D144-B277-DEA99AAFD977}" dt="2025-03-15T18:16:13.428" v="77" actId="2696"/>
        <pc:sldMkLst>
          <pc:docMk/>
          <pc:sldMk cId="795036708" sldId="279"/>
        </pc:sldMkLst>
      </pc:sldChg>
      <pc:sldChg chg="addSp delSp modSp mod">
        <pc:chgData name="Lucas Gomez Tobon" userId="cf9d25da-85b4-4d00-a25c-d24056a01708" providerId="ADAL" clId="{4D7C7169-B470-D144-B277-DEA99AAFD977}" dt="2025-03-15T22:02:47.955" v="2263" actId="207"/>
        <pc:sldMkLst>
          <pc:docMk/>
          <pc:sldMk cId="3009023956" sldId="280"/>
        </pc:sldMkLst>
      </pc:sldChg>
      <pc:sldChg chg="del">
        <pc:chgData name="Lucas Gomez Tobon" userId="cf9d25da-85b4-4d00-a25c-d24056a01708" providerId="ADAL" clId="{4D7C7169-B470-D144-B277-DEA99AAFD977}" dt="2025-03-15T18:16:13.654" v="78" actId="2696"/>
        <pc:sldMkLst>
          <pc:docMk/>
          <pc:sldMk cId="2271786233" sldId="281"/>
        </pc:sldMkLst>
      </pc:sldChg>
      <pc:sldChg chg="addSp delSp modSp add mod modShow">
        <pc:chgData name="Lucas Gomez Tobon" userId="cf9d25da-85b4-4d00-a25c-d24056a01708" providerId="ADAL" clId="{4D7C7169-B470-D144-B277-DEA99AAFD977}" dt="2025-03-15T22:03:54.348" v="2265" actId="729"/>
        <pc:sldMkLst>
          <pc:docMk/>
          <pc:sldMk cId="2883756800" sldId="281"/>
        </pc:sldMkLst>
      </pc:sldChg>
      <pc:sldChg chg="addSp delSp modSp add mod modShow">
        <pc:chgData name="Lucas Gomez Tobon" userId="cf9d25da-85b4-4d00-a25c-d24056a01708" providerId="ADAL" clId="{4D7C7169-B470-D144-B277-DEA99AAFD977}" dt="2025-03-15T22:03:54.348" v="2265" actId="729"/>
        <pc:sldMkLst>
          <pc:docMk/>
          <pc:sldMk cId="1406216282" sldId="282"/>
        </pc:sldMkLst>
      </pc:sldChg>
      <pc:sldChg chg="add del">
        <pc:chgData name="Lucas Gomez Tobon" userId="cf9d25da-85b4-4d00-a25c-d24056a01708" providerId="ADAL" clId="{4D7C7169-B470-D144-B277-DEA99AAFD977}" dt="2025-03-15T19:53:22.211" v="1092" actId="2696"/>
        <pc:sldMkLst>
          <pc:docMk/>
          <pc:sldMk cId="857783037" sldId="283"/>
        </pc:sldMkLst>
      </pc:sldChg>
      <pc:sldChg chg="del">
        <pc:chgData name="Lucas Gomez Tobon" userId="cf9d25da-85b4-4d00-a25c-d24056a01708" providerId="ADAL" clId="{4D7C7169-B470-D144-B277-DEA99AAFD977}" dt="2025-03-15T18:16:16.005" v="84" actId="2696"/>
        <pc:sldMkLst>
          <pc:docMk/>
          <pc:sldMk cId="1517857218" sldId="283"/>
        </pc:sldMkLst>
      </pc:sldChg>
      <pc:sldChg chg="addSp delSp modSp add del mod">
        <pc:chgData name="Lucas Gomez Tobon" userId="cf9d25da-85b4-4d00-a25c-d24056a01708" providerId="ADAL" clId="{4D7C7169-B470-D144-B277-DEA99AAFD977}" dt="2025-03-15T19:42:42.192" v="1046" actId="2696"/>
        <pc:sldMkLst>
          <pc:docMk/>
          <pc:sldMk cId="1790404421" sldId="283"/>
        </pc:sldMkLst>
      </pc:sldChg>
      <pc:sldChg chg="modSp add del mod">
        <pc:chgData name="Lucas Gomez Tobon" userId="cf9d25da-85b4-4d00-a25c-d24056a01708" providerId="ADAL" clId="{4D7C7169-B470-D144-B277-DEA99AAFD977}" dt="2025-03-15T19:42:42.708" v="1047" actId="2696"/>
        <pc:sldMkLst>
          <pc:docMk/>
          <pc:sldMk cId="2236317234" sldId="284"/>
        </pc:sldMkLst>
      </pc:sldChg>
      <pc:sldChg chg="del">
        <pc:chgData name="Lucas Gomez Tobon" userId="cf9d25da-85b4-4d00-a25c-d24056a01708" providerId="ADAL" clId="{4D7C7169-B470-D144-B277-DEA99AAFD977}" dt="2025-03-15T18:16:15.521" v="82" actId="2696"/>
        <pc:sldMkLst>
          <pc:docMk/>
          <pc:sldMk cId="3531472169" sldId="284"/>
        </pc:sldMkLst>
      </pc:sldChg>
      <pc:sldChg chg="addSp delSp modSp add mod ord modShow">
        <pc:chgData name="Lucas Gomez Tobon" userId="cf9d25da-85b4-4d00-a25c-d24056a01708" providerId="ADAL" clId="{4D7C7169-B470-D144-B277-DEA99AAFD977}" dt="2025-03-15T22:03:54.348" v="2265" actId="729"/>
        <pc:sldMkLst>
          <pc:docMk/>
          <pc:sldMk cId="3807765991" sldId="284"/>
        </pc:sldMkLst>
      </pc:sldChg>
      <pc:sldChg chg="addSp modSp add mod ord modShow">
        <pc:chgData name="Lucas Gomez Tobon" userId="cf9d25da-85b4-4d00-a25c-d24056a01708" providerId="ADAL" clId="{4D7C7169-B470-D144-B277-DEA99AAFD977}" dt="2025-03-15T22:03:54.348" v="2265" actId="729"/>
        <pc:sldMkLst>
          <pc:docMk/>
          <pc:sldMk cId="2118697267" sldId="285"/>
        </pc:sldMkLst>
      </pc:sldChg>
      <pc:sldChg chg="del">
        <pc:chgData name="Lucas Gomez Tobon" userId="cf9d25da-85b4-4d00-a25c-d24056a01708" providerId="ADAL" clId="{4D7C7169-B470-D144-B277-DEA99AAFD977}" dt="2025-03-15T18:16:15.758" v="83" actId="2696"/>
        <pc:sldMkLst>
          <pc:docMk/>
          <pc:sldMk cId="3540960599" sldId="285"/>
        </pc:sldMkLst>
      </pc:sldChg>
      <pc:sldChg chg="delSp modSp add mod">
        <pc:chgData name="Lucas Gomez Tobon" userId="cf9d25da-85b4-4d00-a25c-d24056a01708" providerId="ADAL" clId="{4D7C7169-B470-D144-B277-DEA99AAFD977}" dt="2025-03-15T22:24:45.126" v="2294"/>
        <pc:sldMkLst>
          <pc:docMk/>
          <pc:sldMk cId="2732226271" sldId="286"/>
        </pc:sldMkLst>
      </pc:sldChg>
      <pc:sldChg chg="modSp add mod modShow">
        <pc:chgData name="Lucas Gomez Tobon" userId="cf9d25da-85b4-4d00-a25c-d24056a01708" providerId="ADAL" clId="{4D7C7169-B470-D144-B277-DEA99AAFD977}" dt="2025-03-15T22:03:54.348" v="2265" actId="729"/>
        <pc:sldMkLst>
          <pc:docMk/>
          <pc:sldMk cId="2265144742" sldId="287"/>
        </pc:sldMkLst>
      </pc:sldChg>
      <pc:sldChg chg="del">
        <pc:chgData name="Lucas Gomez Tobon" userId="cf9d25da-85b4-4d00-a25c-d24056a01708" providerId="ADAL" clId="{4D7C7169-B470-D144-B277-DEA99AAFD977}" dt="2025-03-15T18:16:16.299" v="85" actId="2696"/>
        <pc:sldMkLst>
          <pc:docMk/>
          <pc:sldMk cId="3609185733" sldId="287"/>
        </pc:sldMkLst>
      </pc:sldChg>
      <pc:sldChg chg="addSp modSp add del mod ord">
        <pc:chgData name="Lucas Gomez Tobon" userId="cf9d25da-85b4-4d00-a25c-d24056a01708" providerId="ADAL" clId="{4D7C7169-B470-D144-B277-DEA99AAFD977}" dt="2025-03-15T20:40:54.039" v="1724" actId="2696"/>
        <pc:sldMkLst>
          <pc:docMk/>
          <pc:sldMk cId="2517120682" sldId="288"/>
        </pc:sldMkLst>
      </pc:sldChg>
      <pc:sldChg chg="addSp modSp add mod modNotesTx">
        <pc:chgData name="Lucas Gomez Tobon" userId="cf9d25da-85b4-4d00-a25c-d24056a01708" providerId="ADAL" clId="{4D7C7169-B470-D144-B277-DEA99AAFD977}" dt="2025-03-15T22:25:24.497" v="2296"/>
        <pc:sldMkLst>
          <pc:docMk/>
          <pc:sldMk cId="2825555136" sldId="289"/>
        </pc:sldMkLst>
      </pc:sldChg>
      <pc:sldChg chg="del">
        <pc:chgData name="Lucas Gomez Tobon" userId="cf9d25da-85b4-4d00-a25c-d24056a01708" providerId="ADAL" clId="{4D7C7169-B470-D144-B277-DEA99AAFD977}" dt="2025-03-15T18:16:15.061" v="80" actId="2696"/>
        <pc:sldMkLst>
          <pc:docMk/>
          <pc:sldMk cId="1849430699" sldId="290"/>
        </pc:sldMkLst>
      </pc:sldChg>
      <pc:sldChg chg="addSp delSp modSp add mod ord modShow modNotesTx">
        <pc:chgData name="Lucas Gomez Tobon" userId="cf9d25da-85b4-4d00-a25c-d24056a01708" providerId="ADAL" clId="{4D7C7169-B470-D144-B277-DEA99AAFD977}" dt="2025-03-15T22:26:06.918" v="2313" actId="20578"/>
        <pc:sldMkLst>
          <pc:docMk/>
          <pc:sldMk cId="3812094816" sldId="290"/>
        </pc:sldMkLst>
      </pc:sldChg>
      <pc:sldChg chg="addSp delSp modSp add mod modShow">
        <pc:chgData name="Lucas Gomez Tobon" userId="cf9d25da-85b4-4d00-a25c-d24056a01708" providerId="ADAL" clId="{4D7C7169-B470-D144-B277-DEA99AAFD977}" dt="2025-03-15T22:03:54.348" v="2265" actId="729"/>
        <pc:sldMkLst>
          <pc:docMk/>
          <pc:sldMk cId="360498088" sldId="291"/>
        </pc:sldMkLst>
      </pc:sldChg>
      <pc:sldChg chg="del">
        <pc:chgData name="Lucas Gomez Tobon" userId="cf9d25da-85b4-4d00-a25c-d24056a01708" providerId="ADAL" clId="{4D7C7169-B470-D144-B277-DEA99AAFD977}" dt="2025-03-15T18:16:17.006" v="88" actId="2696"/>
        <pc:sldMkLst>
          <pc:docMk/>
          <pc:sldMk cId="2663187737" sldId="291"/>
        </pc:sldMkLst>
      </pc:sldChg>
      <pc:sldChg chg="add mod modShow">
        <pc:chgData name="Lucas Gomez Tobon" userId="cf9d25da-85b4-4d00-a25c-d24056a01708" providerId="ADAL" clId="{4D7C7169-B470-D144-B277-DEA99AAFD977}" dt="2025-03-15T22:03:54.348" v="2265" actId="729"/>
        <pc:sldMkLst>
          <pc:docMk/>
          <pc:sldMk cId="2423715362" sldId="292"/>
        </pc:sldMkLst>
      </pc:sldChg>
      <pc:sldChg chg="addSp delSp modSp add mod ord modNotesTx">
        <pc:chgData name="Lucas Gomez Tobon" userId="cf9d25da-85b4-4d00-a25c-d24056a01708" providerId="ADAL" clId="{4D7C7169-B470-D144-B277-DEA99AAFD977}" dt="2025-03-15T23:08:55.515" v="3157" actId="1036"/>
        <pc:sldMkLst>
          <pc:docMk/>
          <pc:sldMk cId="1131997728" sldId="293"/>
        </pc:sldMkLst>
      </pc:sldChg>
      <pc:sldChg chg="addSp modSp add del mod">
        <pc:chgData name="Lucas Gomez Tobon" userId="cf9d25da-85b4-4d00-a25c-d24056a01708" providerId="ADAL" clId="{4D7C7169-B470-D144-B277-DEA99AAFD977}" dt="2025-03-15T23:05:13.711" v="3115" actId="2696"/>
        <pc:sldMkLst>
          <pc:docMk/>
          <pc:sldMk cId="1451842692" sldId="294"/>
        </pc:sldMkLst>
      </pc:sldChg>
      <pc:sldChg chg="addSp modSp add mod modAnim modNotesTx">
        <pc:chgData name="Lucas Gomez Tobon" userId="cf9d25da-85b4-4d00-a25c-d24056a01708" providerId="ADAL" clId="{4D7C7169-B470-D144-B277-DEA99AAFD977}" dt="2025-03-15T22:40:09.465" v="2802" actId="113"/>
        <pc:sldMkLst>
          <pc:docMk/>
          <pc:sldMk cId="1028187685" sldId="295"/>
        </pc:sldMkLst>
      </pc:sldChg>
      <pc:sldChg chg="addSp delSp modSp add mod modAnim">
        <pc:chgData name="Lucas Gomez Tobon" userId="cf9d25da-85b4-4d00-a25c-d24056a01708" providerId="ADAL" clId="{4D7C7169-B470-D144-B277-DEA99AAFD977}" dt="2025-03-15T22:45:38.367" v="2950"/>
        <pc:sldMkLst>
          <pc:docMk/>
          <pc:sldMk cId="2757491218" sldId="296"/>
        </pc:sldMkLst>
      </pc:sldChg>
      <pc:sldChg chg="addSp modSp add mod modAnim modNotesTx">
        <pc:chgData name="Lucas Gomez Tobon" userId="cf9d25da-85b4-4d00-a25c-d24056a01708" providerId="ADAL" clId="{4D7C7169-B470-D144-B277-DEA99AAFD977}" dt="2025-03-15T22:48:29.258" v="3039" actId="20577"/>
        <pc:sldMkLst>
          <pc:docMk/>
          <pc:sldMk cId="2321932728" sldId="297"/>
        </pc:sldMkLst>
      </pc:sldChg>
      <pc:sldChg chg="addSp delSp modSp add mod delAnim modNotesTx">
        <pc:chgData name="Lucas Gomez Tobon" userId="cf9d25da-85b4-4d00-a25c-d24056a01708" providerId="ADAL" clId="{4D7C7169-B470-D144-B277-DEA99AAFD977}" dt="2025-03-15T22:52:53.209" v="3109" actId="1076"/>
        <pc:sldMkLst>
          <pc:docMk/>
          <pc:sldMk cId="2449106692" sldId="298"/>
        </pc:sldMkLst>
      </pc:sldChg>
      <pc:sldChg chg="delSp modSp add mod">
        <pc:chgData name="Lucas Gomez Tobon" userId="cf9d25da-85b4-4d00-a25c-d24056a01708" providerId="ADAL" clId="{4D7C7169-B470-D144-B277-DEA99AAFD977}" dt="2025-03-15T23:05:19.168" v="3117" actId="478"/>
        <pc:sldMkLst>
          <pc:docMk/>
          <pc:sldMk cId="67529490" sldId="299"/>
        </pc:sldMkLst>
      </pc:sldChg>
      <pc:sldChg chg="addSp modSp add mod">
        <pc:chgData name="Lucas Gomez Tobon" userId="cf9d25da-85b4-4d00-a25c-d24056a01708" providerId="ADAL" clId="{4D7C7169-B470-D144-B277-DEA99AAFD977}" dt="2025-03-15T23:13:14.630" v="3270" actId="1076"/>
        <pc:sldMkLst>
          <pc:docMk/>
          <pc:sldMk cId="2762685228" sldId="300"/>
        </pc:sldMkLst>
      </pc:sldChg>
    </pc:docChg>
  </pc:docChgLst>
  <pc:docChgLst>
    <pc:chgData name="Lucas Gomez Tobon" userId="cf9d25da-85b4-4d00-a25c-d24056a01708" providerId="ADAL" clId="{0164B4A4-88B5-AA4B-8C8B-AB4FCA9CB29B}"/>
    <pc:docChg chg="undo redo custSel addSld delSld modSld sldOrd">
      <pc:chgData name="Lucas Gomez Tobon" userId="cf9d25da-85b4-4d00-a25c-d24056a01708" providerId="ADAL" clId="{0164B4A4-88B5-AA4B-8C8B-AB4FCA9CB29B}" dt="2025-02-03T12:31:53.067" v="7635"/>
      <pc:docMkLst>
        <pc:docMk/>
      </pc:docMkLst>
      <pc:sldChg chg="modSp mod">
        <pc:chgData name="Lucas Gomez Tobon" userId="cf9d25da-85b4-4d00-a25c-d24056a01708" providerId="ADAL" clId="{0164B4A4-88B5-AA4B-8C8B-AB4FCA9CB29B}" dt="2025-02-01T22:33:21.064" v="36" actId="20577"/>
        <pc:sldMkLst>
          <pc:docMk/>
          <pc:sldMk cId="114863653" sldId="268"/>
        </pc:sldMkLst>
        <pc:spChg chg="mod">
          <ac:chgData name="Lucas Gomez Tobon" userId="cf9d25da-85b4-4d00-a25c-d24056a01708" providerId="ADAL" clId="{0164B4A4-88B5-AA4B-8C8B-AB4FCA9CB29B}" dt="2025-02-01T22:31:59.103" v="2" actId="14100"/>
          <ac:spMkLst>
            <pc:docMk/>
            <pc:sldMk cId="114863653" sldId="268"/>
            <ac:spMk id="2" creationId="{00000000-0000-0000-0000-000000000000}"/>
          </ac:spMkLst>
        </pc:spChg>
      </pc:sldChg>
      <pc:sldChg chg="addSp delSp modSp mod ord modNotesTx">
        <pc:chgData name="Lucas Gomez Tobon" userId="cf9d25da-85b4-4d00-a25c-d24056a01708" providerId="ADAL" clId="{0164B4A4-88B5-AA4B-8C8B-AB4FCA9CB29B}" dt="2025-02-03T04:35:09.968" v="7572" actId="113"/>
        <pc:sldMkLst>
          <pc:docMk/>
          <pc:sldMk cId="443207280" sldId="269"/>
        </pc:sldMkLst>
      </pc:sldChg>
      <pc:sldChg chg="addSp delSp modSp add mod modNotesTx">
        <pc:chgData name="Lucas Gomez Tobon" userId="cf9d25da-85b4-4d00-a25c-d24056a01708" providerId="ADAL" clId="{0164B4A4-88B5-AA4B-8C8B-AB4FCA9CB29B}" dt="2025-02-02T22:25:28.948" v="3331" actId="1076"/>
        <pc:sldMkLst>
          <pc:docMk/>
          <pc:sldMk cId="1805095890" sldId="270"/>
        </pc:sldMkLst>
      </pc:sldChg>
      <pc:sldChg chg="del">
        <pc:chgData name="Lucas Gomez Tobon" userId="cf9d25da-85b4-4d00-a25c-d24056a01708" providerId="ADAL" clId="{0164B4A4-88B5-AA4B-8C8B-AB4FCA9CB29B}" dt="2025-02-01T22:33:33.955" v="37" actId="2696"/>
        <pc:sldMkLst>
          <pc:docMk/>
          <pc:sldMk cId="3206921202" sldId="270"/>
        </pc:sldMkLst>
      </pc:sldChg>
      <pc:sldChg chg="addSp modSp add mod ord">
        <pc:chgData name="Lucas Gomez Tobon" userId="cf9d25da-85b4-4d00-a25c-d24056a01708" providerId="ADAL" clId="{0164B4A4-88B5-AA4B-8C8B-AB4FCA9CB29B}" dt="2025-02-03T03:22:48.279" v="7563" actId="1076"/>
        <pc:sldMkLst>
          <pc:docMk/>
          <pc:sldMk cId="528246384" sldId="271"/>
        </pc:sldMkLst>
      </pc:sldChg>
      <pc:sldChg chg="del">
        <pc:chgData name="Lucas Gomez Tobon" userId="cf9d25da-85b4-4d00-a25c-d24056a01708" providerId="ADAL" clId="{0164B4A4-88B5-AA4B-8C8B-AB4FCA9CB29B}" dt="2025-02-01T22:33:34.132" v="38" actId="2696"/>
        <pc:sldMkLst>
          <pc:docMk/>
          <pc:sldMk cId="2383684856" sldId="271"/>
        </pc:sldMkLst>
      </pc:sldChg>
      <pc:sldChg chg="modSp new del mod">
        <pc:chgData name="Lucas Gomez Tobon" userId="cf9d25da-85b4-4d00-a25c-d24056a01708" providerId="ADAL" clId="{0164B4A4-88B5-AA4B-8C8B-AB4FCA9CB29B}" dt="2025-02-01T22:42:26.201" v="269" actId="2696"/>
        <pc:sldMkLst>
          <pc:docMk/>
          <pc:sldMk cId="1303133290" sldId="272"/>
        </pc:sldMkLst>
      </pc:sldChg>
      <pc:sldChg chg="addSp modSp add mod modAnim modNotesTx">
        <pc:chgData name="Lucas Gomez Tobon" userId="cf9d25da-85b4-4d00-a25c-d24056a01708" providerId="ADAL" clId="{0164B4A4-88B5-AA4B-8C8B-AB4FCA9CB29B}" dt="2025-02-03T01:34:37.950" v="4151"/>
        <pc:sldMkLst>
          <pc:docMk/>
          <pc:sldMk cId="1438577476" sldId="272"/>
        </pc:sldMkLst>
      </pc:sldChg>
      <pc:sldChg chg="del">
        <pc:chgData name="Lucas Gomez Tobon" userId="cf9d25da-85b4-4d00-a25c-d24056a01708" providerId="ADAL" clId="{0164B4A4-88B5-AA4B-8C8B-AB4FCA9CB29B}" dt="2025-02-01T22:33:34.356" v="39" actId="2696"/>
        <pc:sldMkLst>
          <pc:docMk/>
          <pc:sldMk cId="4070390764" sldId="272"/>
        </pc:sldMkLst>
      </pc:sldChg>
      <pc:sldChg chg="addSp delSp modSp add mod delAnim modAnim">
        <pc:chgData name="Lucas Gomez Tobon" userId="cf9d25da-85b4-4d00-a25c-d24056a01708" providerId="ADAL" clId="{0164B4A4-88B5-AA4B-8C8B-AB4FCA9CB29B}" dt="2025-02-03T03:26:38.399" v="7567" actId="1076"/>
        <pc:sldMkLst>
          <pc:docMk/>
          <pc:sldMk cId="2359406500" sldId="273"/>
        </pc:sldMkLst>
      </pc:sldChg>
      <pc:sldChg chg="del">
        <pc:chgData name="Lucas Gomez Tobon" userId="cf9d25da-85b4-4d00-a25c-d24056a01708" providerId="ADAL" clId="{0164B4A4-88B5-AA4B-8C8B-AB4FCA9CB29B}" dt="2025-02-01T22:33:34.481" v="40" actId="2696"/>
        <pc:sldMkLst>
          <pc:docMk/>
          <pc:sldMk cId="2768627741" sldId="273"/>
        </pc:sldMkLst>
      </pc:sldChg>
      <pc:sldChg chg="del">
        <pc:chgData name="Lucas Gomez Tobon" userId="cf9d25da-85b4-4d00-a25c-d24056a01708" providerId="ADAL" clId="{0164B4A4-88B5-AA4B-8C8B-AB4FCA9CB29B}" dt="2025-02-01T22:33:34.603" v="41" actId="2696"/>
        <pc:sldMkLst>
          <pc:docMk/>
          <pc:sldMk cId="1866070121" sldId="274"/>
        </pc:sldMkLst>
      </pc:sldChg>
      <pc:sldChg chg="addSp delSp modSp add mod modAnim modNotesTx">
        <pc:chgData name="Lucas Gomez Tobon" userId="cf9d25da-85b4-4d00-a25c-d24056a01708" providerId="ADAL" clId="{0164B4A4-88B5-AA4B-8C8B-AB4FCA9CB29B}" dt="2025-02-02T19:13:39.910" v="883" actId="20577"/>
        <pc:sldMkLst>
          <pc:docMk/>
          <pc:sldMk cId="3716777779" sldId="274"/>
        </pc:sldMkLst>
      </pc:sldChg>
      <pc:sldChg chg="addSp delSp modSp add mod modTransition delAnim modNotesTx">
        <pc:chgData name="Lucas Gomez Tobon" userId="cf9d25da-85b4-4d00-a25c-d24056a01708" providerId="ADAL" clId="{0164B4A4-88B5-AA4B-8C8B-AB4FCA9CB29B}" dt="2025-02-02T19:13:49.044" v="903" actId="20577"/>
        <pc:sldMkLst>
          <pc:docMk/>
          <pc:sldMk cId="41004988" sldId="275"/>
        </pc:sldMkLst>
      </pc:sldChg>
      <pc:sldChg chg="del">
        <pc:chgData name="Lucas Gomez Tobon" userId="cf9d25da-85b4-4d00-a25c-d24056a01708" providerId="ADAL" clId="{0164B4A4-88B5-AA4B-8C8B-AB4FCA9CB29B}" dt="2025-02-01T22:33:34.745" v="42" actId="2696"/>
        <pc:sldMkLst>
          <pc:docMk/>
          <pc:sldMk cId="2074752221" sldId="275"/>
        </pc:sldMkLst>
      </pc:sldChg>
      <pc:sldChg chg="add del">
        <pc:chgData name="Lucas Gomez Tobon" userId="cf9d25da-85b4-4d00-a25c-d24056a01708" providerId="ADAL" clId="{0164B4A4-88B5-AA4B-8C8B-AB4FCA9CB29B}" dt="2025-02-02T19:01:38.593" v="747"/>
        <pc:sldMkLst>
          <pc:docMk/>
          <pc:sldMk cId="1706384353" sldId="276"/>
        </pc:sldMkLst>
      </pc:sldChg>
      <pc:sldChg chg="addSp modSp add mod modTransition modNotesTx">
        <pc:chgData name="Lucas Gomez Tobon" userId="cf9d25da-85b4-4d00-a25c-d24056a01708" providerId="ADAL" clId="{0164B4A4-88B5-AA4B-8C8B-AB4FCA9CB29B}" dt="2025-02-02T19:13:51.595" v="908" actId="20577"/>
        <pc:sldMkLst>
          <pc:docMk/>
          <pc:sldMk cId="2028138625" sldId="276"/>
        </pc:sldMkLst>
      </pc:sldChg>
      <pc:sldChg chg="del">
        <pc:chgData name="Lucas Gomez Tobon" userId="cf9d25da-85b4-4d00-a25c-d24056a01708" providerId="ADAL" clId="{0164B4A4-88B5-AA4B-8C8B-AB4FCA9CB29B}" dt="2025-02-01T22:33:34.897" v="43" actId="2696"/>
        <pc:sldMkLst>
          <pc:docMk/>
          <pc:sldMk cId="3818871644" sldId="276"/>
        </pc:sldMkLst>
      </pc:sldChg>
      <pc:sldChg chg="del">
        <pc:chgData name="Lucas Gomez Tobon" userId="cf9d25da-85b4-4d00-a25c-d24056a01708" providerId="ADAL" clId="{0164B4A4-88B5-AA4B-8C8B-AB4FCA9CB29B}" dt="2025-02-01T22:33:35.130" v="44" actId="2696"/>
        <pc:sldMkLst>
          <pc:docMk/>
          <pc:sldMk cId="416586603" sldId="277"/>
        </pc:sldMkLst>
      </pc:sldChg>
      <pc:sldChg chg="addSp modSp add mod modAnim modNotesTx">
        <pc:chgData name="Lucas Gomez Tobon" userId="cf9d25da-85b4-4d00-a25c-d24056a01708" providerId="ADAL" clId="{0164B4A4-88B5-AA4B-8C8B-AB4FCA9CB29B}" dt="2025-02-02T19:24:36.347" v="1068"/>
        <pc:sldMkLst>
          <pc:docMk/>
          <pc:sldMk cId="2585391789" sldId="277"/>
        </pc:sldMkLst>
      </pc:sldChg>
      <pc:sldChg chg="del">
        <pc:chgData name="Lucas Gomez Tobon" userId="cf9d25da-85b4-4d00-a25c-d24056a01708" providerId="ADAL" clId="{0164B4A4-88B5-AA4B-8C8B-AB4FCA9CB29B}" dt="2025-02-01T22:33:35.347" v="45" actId="2696"/>
        <pc:sldMkLst>
          <pc:docMk/>
          <pc:sldMk cId="1267210343" sldId="278"/>
        </pc:sldMkLst>
      </pc:sldChg>
      <pc:sldChg chg="addSp delSp modSp add mod modAnim modNotesTx">
        <pc:chgData name="Lucas Gomez Tobon" userId="cf9d25da-85b4-4d00-a25c-d24056a01708" providerId="ADAL" clId="{0164B4A4-88B5-AA4B-8C8B-AB4FCA9CB29B}" dt="2025-02-02T21:36:31.481" v="2685" actId="20577"/>
        <pc:sldMkLst>
          <pc:docMk/>
          <pc:sldMk cId="2783724973" sldId="278"/>
        </pc:sldMkLst>
      </pc:sldChg>
      <pc:sldChg chg="del">
        <pc:chgData name="Lucas Gomez Tobon" userId="cf9d25da-85b4-4d00-a25c-d24056a01708" providerId="ADAL" clId="{0164B4A4-88B5-AA4B-8C8B-AB4FCA9CB29B}" dt="2025-02-01T22:33:35.652" v="48" actId="2696"/>
        <pc:sldMkLst>
          <pc:docMk/>
          <pc:sldMk cId="1506610046" sldId="279"/>
        </pc:sldMkLst>
      </pc:sldChg>
      <pc:sldChg chg="addSp delSp modSp add mod modTransition delAnim modAnim modNotesTx">
        <pc:chgData name="Lucas Gomez Tobon" userId="cf9d25da-85b4-4d00-a25c-d24056a01708" providerId="ADAL" clId="{0164B4A4-88B5-AA4B-8C8B-AB4FCA9CB29B}" dt="2025-02-02T21:01:57.170" v="2550"/>
        <pc:sldMkLst>
          <pc:docMk/>
          <pc:sldMk cId="2250309579" sldId="279"/>
        </pc:sldMkLst>
      </pc:sldChg>
      <pc:sldChg chg="addSp delSp modSp add mod modTransition modAnim">
        <pc:chgData name="Lucas Gomez Tobon" userId="cf9d25da-85b4-4d00-a25c-d24056a01708" providerId="ADAL" clId="{0164B4A4-88B5-AA4B-8C8B-AB4FCA9CB29B}" dt="2025-02-02T21:04:09.230" v="2564" actId="164"/>
        <pc:sldMkLst>
          <pc:docMk/>
          <pc:sldMk cId="745086764" sldId="280"/>
        </pc:sldMkLst>
      </pc:sldChg>
      <pc:sldChg chg="addSp delSp modSp add mod">
        <pc:chgData name="Lucas Gomez Tobon" userId="cf9d25da-85b4-4d00-a25c-d24056a01708" providerId="ADAL" clId="{0164B4A4-88B5-AA4B-8C8B-AB4FCA9CB29B}" dt="2025-02-02T21:04:45.419" v="2579" actId="20577"/>
        <pc:sldMkLst>
          <pc:docMk/>
          <pc:sldMk cId="1693173253" sldId="281"/>
        </pc:sldMkLst>
      </pc:sldChg>
      <pc:sldChg chg="del">
        <pc:chgData name="Lucas Gomez Tobon" userId="cf9d25da-85b4-4d00-a25c-d24056a01708" providerId="ADAL" clId="{0164B4A4-88B5-AA4B-8C8B-AB4FCA9CB29B}" dt="2025-02-01T22:33:35.518" v="47" actId="2696"/>
        <pc:sldMkLst>
          <pc:docMk/>
          <pc:sldMk cId="661861545" sldId="282"/>
        </pc:sldMkLst>
      </pc:sldChg>
      <pc:sldChg chg="addSp delSp modSp add mod ord delAnim modNotesTx">
        <pc:chgData name="Lucas Gomez Tobon" userId="cf9d25da-85b4-4d00-a25c-d24056a01708" providerId="ADAL" clId="{0164B4A4-88B5-AA4B-8C8B-AB4FCA9CB29B}" dt="2025-02-03T04:37:44.350" v="7629" actId="20577"/>
        <pc:sldMkLst>
          <pc:docMk/>
          <pc:sldMk cId="4285885096" sldId="282"/>
        </pc:sldMkLst>
      </pc:sldChg>
      <pc:sldChg chg="addSp delSp modSp add mod modNotesTx">
        <pc:chgData name="Lucas Gomez Tobon" userId="cf9d25da-85b4-4d00-a25c-d24056a01708" providerId="ADAL" clId="{0164B4A4-88B5-AA4B-8C8B-AB4FCA9CB29B}" dt="2025-02-02T21:59:18.183" v="3247" actId="1076"/>
        <pc:sldMkLst>
          <pc:docMk/>
          <pc:sldMk cId="1474425900" sldId="283"/>
        </pc:sldMkLst>
      </pc:sldChg>
      <pc:sldChg chg="del">
        <pc:chgData name="Lucas Gomez Tobon" userId="cf9d25da-85b4-4d00-a25c-d24056a01708" providerId="ADAL" clId="{0164B4A4-88B5-AA4B-8C8B-AB4FCA9CB29B}" dt="2025-02-01T22:33:35.457" v="46" actId="2696"/>
        <pc:sldMkLst>
          <pc:docMk/>
          <pc:sldMk cId="3703665424" sldId="283"/>
        </pc:sldMkLst>
      </pc:sldChg>
      <pc:sldChg chg="add del">
        <pc:chgData name="Lucas Gomez Tobon" userId="cf9d25da-85b4-4d00-a25c-d24056a01708" providerId="ADAL" clId="{0164B4A4-88B5-AA4B-8C8B-AB4FCA9CB29B}" dt="2025-02-02T21:56:04.540" v="3099" actId="2696"/>
        <pc:sldMkLst>
          <pc:docMk/>
          <pc:sldMk cId="648822016" sldId="284"/>
        </pc:sldMkLst>
      </pc:sldChg>
      <pc:sldChg chg="del">
        <pc:chgData name="Lucas Gomez Tobon" userId="cf9d25da-85b4-4d00-a25c-d24056a01708" providerId="ADAL" clId="{0164B4A4-88B5-AA4B-8C8B-AB4FCA9CB29B}" dt="2025-02-01T22:33:35.763" v="49" actId="2696"/>
        <pc:sldMkLst>
          <pc:docMk/>
          <pc:sldMk cId="3473931970" sldId="284"/>
        </pc:sldMkLst>
      </pc:sldChg>
      <pc:sldChg chg="addSp modSp add mod">
        <pc:chgData name="Lucas Gomez Tobon" userId="cf9d25da-85b4-4d00-a25c-d24056a01708" providerId="ADAL" clId="{0164B4A4-88B5-AA4B-8C8B-AB4FCA9CB29B}" dt="2025-02-02T21:59:48.505" v="3252" actId="1076"/>
        <pc:sldMkLst>
          <pc:docMk/>
          <pc:sldMk cId="2854379692" sldId="285"/>
        </pc:sldMkLst>
      </pc:sldChg>
      <pc:sldChg chg="modSp add del mod">
        <pc:chgData name="Lucas Gomez Tobon" userId="cf9d25da-85b4-4d00-a25c-d24056a01708" providerId="ADAL" clId="{0164B4A4-88B5-AA4B-8C8B-AB4FCA9CB29B}" dt="2025-02-03T04:37:51.670" v="7630" actId="2696"/>
        <pc:sldMkLst>
          <pc:docMk/>
          <pc:sldMk cId="372144719" sldId="286"/>
        </pc:sldMkLst>
      </pc:sldChg>
      <pc:sldChg chg="del">
        <pc:chgData name="Lucas Gomez Tobon" userId="cf9d25da-85b4-4d00-a25c-d24056a01708" providerId="ADAL" clId="{0164B4A4-88B5-AA4B-8C8B-AB4FCA9CB29B}" dt="2025-02-01T22:33:36.198" v="52" actId="2696"/>
        <pc:sldMkLst>
          <pc:docMk/>
          <pc:sldMk cId="558997570" sldId="286"/>
        </pc:sldMkLst>
      </pc:sldChg>
      <pc:sldChg chg="addSp delSp modSp add mod modNotesTx">
        <pc:chgData name="Lucas Gomez Tobon" userId="cf9d25da-85b4-4d00-a25c-d24056a01708" providerId="ADAL" clId="{0164B4A4-88B5-AA4B-8C8B-AB4FCA9CB29B}" dt="2025-02-02T22:32:58.288" v="3404" actId="120"/>
        <pc:sldMkLst>
          <pc:docMk/>
          <pc:sldMk cId="1310127744" sldId="287"/>
        </pc:sldMkLst>
      </pc:sldChg>
      <pc:sldChg chg="del">
        <pc:chgData name="Lucas Gomez Tobon" userId="cf9d25da-85b4-4d00-a25c-d24056a01708" providerId="ADAL" clId="{0164B4A4-88B5-AA4B-8C8B-AB4FCA9CB29B}" dt="2025-02-01T22:33:35.895" v="50" actId="2696"/>
        <pc:sldMkLst>
          <pc:docMk/>
          <pc:sldMk cId="2856628036" sldId="287"/>
        </pc:sldMkLst>
      </pc:sldChg>
      <pc:sldChg chg="del">
        <pc:chgData name="Lucas Gomez Tobon" userId="cf9d25da-85b4-4d00-a25c-d24056a01708" providerId="ADAL" clId="{0164B4A4-88B5-AA4B-8C8B-AB4FCA9CB29B}" dt="2025-02-01T22:33:36.061" v="51" actId="2696"/>
        <pc:sldMkLst>
          <pc:docMk/>
          <pc:sldMk cId="951016470" sldId="288"/>
        </pc:sldMkLst>
      </pc:sldChg>
      <pc:sldChg chg="addSp delSp modSp add mod modAnim">
        <pc:chgData name="Lucas Gomez Tobon" userId="cf9d25da-85b4-4d00-a25c-d24056a01708" providerId="ADAL" clId="{0164B4A4-88B5-AA4B-8C8B-AB4FCA9CB29B}" dt="2025-02-03T12:31:53.067" v="7635"/>
        <pc:sldMkLst>
          <pc:docMk/>
          <pc:sldMk cId="3637943553" sldId="288"/>
        </pc:sldMkLst>
      </pc:sldChg>
      <pc:sldChg chg="del">
        <pc:chgData name="Lucas Gomez Tobon" userId="cf9d25da-85b4-4d00-a25c-d24056a01708" providerId="ADAL" clId="{0164B4A4-88B5-AA4B-8C8B-AB4FCA9CB29B}" dt="2025-02-01T22:33:49.301" v="53" actId="2696"/>
        <pc:sldMkLst>
          <pc:docMk/>
          <pc:sldMk cId="1333920756" sldId="289"/>
        </pc:sldMkLst>
      </pc:sldChg>
      <pc:sldChg chg="addSp delSp modSp add mod addAnim delAnim modAnim modNotesTx">
        <pc:chgData name="Lucas Gomez Tobon" userId="cf9d25da-85b4-4d00-a25c-d24056a01708" providerId="ADAL" clId="{0164B4A4-88B5-AA4B-8C8B-AB4FCA9CB29B}" dt="2025-02-03T01:54:07.353" v="5024" actId="113"/>
        <pc:sldMkLst>
          <pc:docMk/>
          <pc:sldMk cId="1525734608" sldId="289"/>
        </pc:sldMkLst>
      </pc:sldChg>
      <pc:sldChg chg="addSp delSp modSp add mod delAnim modAnim modNotesTx">
        <pc:chgData name="Lucas Gomez Tobon" userId="cf9d25da-85b4-4d00-a25c-d24056a01708" providerId="ADAL" clId="{0164B4A4-88B5-AA4B-8C8B-AB4FCA9CB29B}" dt="2025-02-03T02:10:26.397" v="5351"/>
        <pc:sldMkLst>
          <pc:docMk/>
          <pc:sldMk cId="600999894" sldId="290"/>
        </pc:sldMkLst>
      </pc:sldChg>
      <pc:sldChg chg="del">
        <pc:chgData name="Lucas Gomez Tobon" userId="cf9d25da-85b4-4d00-a25c-d24056a01708" providerId="ADAL" clId="{0164B4A4-88B5-AA4B-8C8B-AB4FCA9CB29B}" dt="2025-02-01T22:33:49.301" v="53" actId="2696"/>
        <pc:sldMkLst>
          <pc:docMk/>
          <pc:sldMk cId="3858485298" sldId="290"/>
        </pc:sldMkLst>
      </pc:sldChg>
      <pc:sldChg chg="del">
        <pc:chgData name="Lucas Gomez Tobon" userId="cf9d25da-85b4-4d00-a25c-d24056a01708" providerId="ADAL" clId="{0164B4A4-88B5-AA4B-8C8B-AB4FCA9CB29B}" dt="2025-02-01T22:33:49.301" v="53" actId="2696"/>
        <pc:sldMkLst>
          <pc:docMk/>
          <pc:sldMk cId="2015458847" sldId="291"/>
        </pc:sldMkLst>
      </pc:sldChg>
      <pc:sldChg chg="addSp delSp modSp add mod modAnim modNotesTx">
        <pc:chgData name="Lucas Gomez Tobon" userId="cf9d25da-85b4-4d00-a25c-d24056a01708" providerId="ADAL" clId="{0164B4A4-88B5-AA4B-8C8B-AB4FCA9CB29B}" dt="2025-02-03T03:09:48.779" v="7538"/>
        <pc:sldMkLst>
          <pc:docMk/>
          <pc:sldMk cId="2544661252" sldId="291"/>
        </pc:sldMkLst>
      </pc:sldChg>
      <pc:sldChg chg="addSp delSp modSp add mod modNotesTx">
        <pc:chgData name="Lucas Gomez Tobon" userId="cf9d25da-85b4-4d00-a25c-d24056a01708" providerId="ADAL" clId="{0164B4A4-88B5-AA4B-8C8B-AB4FCA9CB29B}" dt="2025-02-03T02:29:29.292" v="6025" actId="1076"/>
        <pc:sldMkLst>
          <pc:docMk/>
          <pc:sldMk cId="4131697045" sldId="292"/>
        </pc:sldMkLst>
      </pc:sldChg>
      <pc:sldChg chg="del">
        <pc:chgData name="Lucas Gomez Tobon" userId="cf9d25da-85b4-4d00-a25c-d24056a01708" providerId="ADAL" clId="{0164B4A4-88B5-AA4B-8C8B-AB4FCA9CB29B}" dt="2025-02-01T22:33:49.301" v="53" actId="2696"/>
        <pc:sldMkLst>
          <pc:docMk/>
          <pc:sldMk cId="4151385502" sldId="292"/>
        </pc:sldMkLst>
      </pc:sldChg>
      <pc:sldChg chg="del">
        <pc:chgData name="Lucas Gomez Tobon" userId="cf9d25da-85b4-4d00-a25c-d24056a01708" providerId="ADAL" clId="{0164B4A4-88B5-AA4B-8C8B-AB4FCA9CB29B}" dt="2025-02-01T22:33:49.301" v="53" actId="2696"/>
        <pc:sldMkLst>
          <pc:docMk/>
          <pc:sldMk cId="1956229259" sldId="293"/>
        </pc:sldMkLst>
      </pc:sldChg>
      <pc:sldChg chg="addSp delSp modSp add mod delAnim modAnim">
        <pc:chgData name="Lucas Gomez Tobon" userId="cf9d25da-85b4-4d00-a25c-d24056a01708" providerId="ADAL" clId="{0164B4A4-88B5-AA4B-8C8B-AB4FCA9CB29B}" dt="2025-02-03T02:42:34.047" v="6533"/>
        <pc:sldMkLst>
          <pc:docMk/>
          <pc:sldMk cId="3467594391" sldId="293"/>
        </pc:sldMkLst>
      </pc:sldChg>
      <pc:sldChg chg="delSp modSp add mod delAnim modAnim">
        <pc:chgData name="Lucas Gomez Tobon" userId="cf9d25da-85b4-4d00-a25c-d24056a01708" providerId="ADAL" clId="{0164B4A4-88B5-AA4B-8C8B-AB4FCA9CB29B}" dt="2025-02-03T02:50:57.985" v="7129"/>
        <pc:sldMkLst>
          <pc:docMk/>
          <pc:sldMk cId="1271391115" sldId="294"/>
        </pc:sldMkLst>
      </pc:sldChg>
      <pc:sldChg chg="del">
        <pc:chgData name="Lucas Gomez Tobon" userId="cf9d25da-85b4-4d00-a25c-d24056a01708" providerId="ADAL" clId="{0164B4A4-88B5-AA4B-8C8B-AB4FCA9CB29B}" dt="2025-02-01T22:33:49.301" v="53" actId="2696"/>
        <pc:sldMkLst>
          <pc:docMk/>
          <pc:sldMk cId="3074329730" sldId="294"/>
        </pc:sldMkLst>
      </pc:sldChg>
      <pc:sldChg chg="addSp modSp add mod modAnim modNotesTx">
        <pc:chgData name="Lucas Gomez Tobon" userId="cf9d25da-85b4-4d00-a25c-d24056a01708" providerId="ADAL" clId="{0164B4A4-88B5-AA4B-8C8B-AB4FCA9CB29B}" dt="2025-02-03T03:07:17.166" v="7532" actId="113"/>
        <pc:sldMkLst>
          <pc:docMk/>
          <pc:sldMk cId="1084600898" sldId="295"/>
        </pc:sldMkLst>
      </pc:sldChg>
      <pc:sldChg chg="del">
        <pc:chgData name="Lucas Gomez Tobon" userId="cf9d25da-85b4-4d00-a25c-d24056a01708" providerId="ADAL" clId="{0164B4A4-88B5-AA4B-8C8B-AB4FCA9CB29B}" dt="2025-02-01T22:33:49.301" v="53" actId="2696"/>
        <pc:sldMkLst>
          <pc:docMk/>
          <pc:sldMk cId="3168117901" sldId="295"/>
        </pc:sldMkLst>
      </pc:sldChg>
      <pc:sldChg chg="del">
        <pc:chgData name="Lucas Gomez Tobon" userId="cf9d25da-85b4-4d00-a25c-d24056a01708" providerId="ADAL" clId="{0164B4A4-88B5-AA4B-8C8B-AB4FCA9CB29B}" dt="2025-02-01T22:33:49.301" v="53" actId="2696"/>
        <pc:sldMkLst>
          <pc:docMk/>
          <pc:sldMk cId="3380431322" sldId="296"/>
        </pc:sldMkLst>
      </pc:sldChg>
      <pc:sldChg chg="del">
        <pc:chgData name="Lucas Gomez Tobon" userId="cf9d25da-85b4-4d00-a25c-d24056a01708" providerId="ADAL" clId="{0164B4A4-88B5-AA4B-8C8B-AB4FCA9CB29B}" dt="2025-02-01T22:33:49.301" v="53" actId="2696"/>
        <pc:sldMkLst>
          <pc:docMk/>
          <pc:sldMk cId="1712669314" sldId="297"/>
        </pc:sldMkLst>
      </pc:sldChg>
      <pc:sldChg chg="del">
        <pc:chgData name="Lucas Gomez Tobon" userId="cf9d25da-85b4-4d00-a25c-d24056a01708" providerId="ADAL" clId="{0164B4A4-88B5-AA4B-8C8B-AB4FCA9CB29B}" dt="2025-02-01T22:33:49.301" v="53" actId="2696"/>
        <pc:sldMkLst>
          <pc:docMk/>
          <pc:sldMk cId="2205907013" sldId="298"/>
        </pc:sldMkLst>
      </pc:sldChg>
      <pc:sldChg chg="del">
        <pc:chgData name="Lucas Gomez Tobon" userId="cf9d25da-85b4-4d00-a25c-d24056a01708" providerId="ADAL" clId="{0164B4A4-88B5-AA4B-8C8B-AB4FCA9CB29B}" dt="2025-02-01T22:33:49.301" v="53" actId="2696"/>
        <pc:sldMkLst>
          <pc:docMk/>
          <pc:sldMk cId="2919461749" sldId="299"/>
        </pc:sldMkLst>
      </pc:sldChg>
      <pc:sldChg chg="del">
        <pc:chgData name="Lucas Gomez Tobon" userId="cf9d25da-85b4-4d00-a25c-d24056a01708" providerId="ADAL" clId="{0164B4A4-88B5-AA4B-8C8B-AB4FCA9CB29B}" dt="2025-02-01T22:33:49.301" v="53" actId="2696"/>
        <pc:sldMkLst>
          <pc:docMk/>
          <pc:sldMk cId="618440969" sldId="300"/>
        </pc:sldMkLst>
      </pc:sldChg>
      <pc:sldChg chg="del">
        <pc:chgData name="Lucas Gomez Tobon" userId="cf9d25da-85b4-4d00-a25c-d24056a01708" providerId="ADAL" clId="{0164B4A4-88B5-AA4B-8C8B-AB4FCA9CB29B}" dt="2025-02-01T22:33:49.301" v="53" actId="2696"/>
        <pc:sldMkLst>
          <pc:docMk/>
          <pc:sldMk cId="3664543197" sldId="301"/>
        </pc:sldMkLst>
      </pc:sldChg>
      <pc:sldChg chg="del">
        <pc:chgData name="Lucas Gomez Tobon" userId="cf9d25da-85b4-4d00-a25c-d24056a01708" providerId="ADAL" clId="{0164B4A4-88B5-AA4B-8C8B-AB4FCA9CB29B}" dt="2025-02-01T22:33:49.301" v="53" actId="2696"/>
        <pc:sldMkLst>
          <pc:docMk/>
          <pc:sldMk cId="2215471662" sldId="302"/>
        </pc:sldMkLst>
      </pc:sldChg>
      <pc:sldChg chg="del">
        <pc:chgData name="Lucas Gomez Tobon" userId="cf9d25da-85b4-4d00-a25c-d24056a01708" providerId="ADAL" clId="{0164B4A4-88B5-AA4B-8C8B-AB4FCA9CB29B}" dt="2025-02-01T22:33:49.301" v="53" actId="2696"/>
        <pc:sldMkLst>
          <pc:docMk/>
          <pc:sldMk cId="224968931" sldId="303"/>
        </pc:sldMkLst>
      </pc:sldChg>
      <pc:sldChg chg="del">
        <pc:chgData name="Lucas Gomez Tobon" userId="cf9d25da-85b4-4d00-a25c-d24056a01708" providerId="ADAL" clId="{0164B4A4-88B5-AA4B-8C8B-AB4FCA9CB29B}" dt="2025-02-01T22:33:49.301" v="53" actId="2696"/>
        <pc:sldMkLst>
          <pc:docMk/>
          <pc:sldMk cId="937137276" sldId="304"/>
        </pc:sldMkLst>
      </pc:sldChg>
      <pc:sldChg chg="del">
        <pc:chgData name="Lucas Gomez Tobon" userId="cf9d25da-85b4-4d00-a25c-d24056a01708" providerId="ADAL" clId="{0164B4A4-88B5-AA4B-8C8B-AB4FCA9CB29B}" dt="2025-02-01T22:33:49.301" v="53" actId="2696"/>
        <pc:sldMkLst>
          <pc:docMk/>
          <pc:sldMk cId="2209017819" sldId="30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37ACB6-E609-0149-91A8-9A94A4CE4E60}" type="datetimeFigureOut">
              <a:rPr lang="en-US" smtClean="0"/>
              <a:t>4/21/25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6615DD-8BBF-C843-9F13-47A5D5104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202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592BB-3E29-D844-3A26-883EE474F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881025-FE69-5543-74D6-4D691620A2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3AF874-85F9-841D-C18E-B40174814F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08F83-9C90-1AC1-82A9-D10502A605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615DD-8BBF-C843-9F13-47A5D51044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723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0531A-BB80-D255-08B0-1817E8F1D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227853-8525-E599-C749-94ED894E33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243A05-07EA-57DC-4D96-2A9E8121C9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F083B-AFB2-477D-936E-B52A374E80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615DD-8BBF-C843-9F13-47A5D51044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547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15FDC-871D-618D-FB6B-A0488C2B5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5BB662-90DF-0EE2-0E29-D1D8421FA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A9F672-D76E-E276-7263-85326F92B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77BFC-37F9-6787-038D-2B45144FD1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615DD-8BBF-C843-9F13-47A5D51044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9245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022B3-6211-E4C3-462C-D7C84C72A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2A0C5C-A47C-3D79-039B-257F71B384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D5D556-6A8A-1077-831A-781FA1A11B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7089E-9EEC-82F5-759E-CEDBEA3891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615DD-8BBF-C843-9F13-47A5D510441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4445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E943B-AABE-6A98-083F-347E8B6B7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5DC42E-8F45-6D43-3762-DEF931971A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97D7FC-0F3D-7C0A-0C6E-56E99DC3BB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C56E8E-2B71-280C-0509-3F2C25497F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615DD-8BBF-C843-9F13-47A5D510441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559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719960" cy="1474115"/>
          </a:xfrm>
        </p:spPr>
        <p:txBody>
          <a:bodyPr lIns="0" anchor="b">
            <a:noAutofit/>
          </a:bodyPr>
          <a:lstStyle>
            <a:lvl1pPr algn="l">
              <a:defRPr sz="54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1"/>
          </a:solidFill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t>4/21/25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A9D516E-B50C-3538-5F83-7A7E26FA7180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64C80F1-3A23-371A-2470-E4F47051B067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AE94728-AA91-523E-8496-C81B9B4F7DBA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191B2D9-C1ED-03D3-DEF3-A9A462104F1B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6A16F2-9D54-FDAA-9A4A-51FD430B6DEC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0E2637A-331B-C5E3-4052-2A4B4D0889CD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Picture 16" descr="University of Waterloo logo">
            <a:extLst>
              <a:ext uri="{FF2B5EF4-FFF2-40B4-BE49-F238E27FC236}">
                <a16:creationId xmlns:a16="http://schemas.microsoft.com/office/drawing/2014/main" id="{F9381018-83A5-0DDE-AA4A-B9F8D17123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161" y="5304722"/>
            <a:ext cx="3759035" cy="148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88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1"/>
          </a:solidFill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t>4/21/25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70F6756-3E11-A664-FDBC-686B312F4EDA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61E4A79-7EF1-881C-448C-B5893289EE72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2F2ED37-6474-16ED-2345-5EC13A087CB3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0628BAF-CB56-3888-5C04-D94C5B43C05A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2D47A3D-6975-669C-340E-F2326F6ABABA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296993A-5AA1-1101-663C-8CCD805BD6CC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" name="Picture 13" descr="University of Waterloo logo">
            <a:extLst>
              <a:ext uri="{FF2B5EF4-FFF2-40B4-BE49-F238E27FC236}">
                <a16:creationId xmlns:a16="http://schemas.microsoft.com/office/drawing/2014/main" id="{023930CF-35B1-50C3-2CC3-42CBB13E41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161" y="5304722"/>
            <a:ext cx="3759035" cy="148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306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516760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 baseline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1"/>
          </a:solidFill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t>4/21/25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67CFFB5-59B4-4102-814E-9285FB5173B4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5932F0D-9F96-7DB3-EBDF-2EEF5271C0CC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56A6273-7642-42A5-E18F-1DE50316C943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C044829-A5BB-8024-3D09-E1C9E32BCA68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B95626F-B1B6-6C41-86AA-CC9E13CCC1F5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3422BFA-868C-6396-0C14-E3B59F179385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1" name="Picture 20" descr="University of Waterloo logo">
            <a:extLst>
              <a:ext uri="{FF2B5EF4-FFF2-40B4-BE49-F238E27FC236}">
                <a16:creationId xmlns:a16="http://schemas.microsoft.com/office/drawing/2014/main" id="{BBF0D8A2-F1EC-E7D7-E699-09A5BA5F00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64157" y="5304723"/>
            <a:ext cx="3759035" cy="148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987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ack with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 baseline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1"/>
          </a:solidFill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t>4/21/25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2EC3763-2453-841B-0F5D-79F0D6E1A604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18602B7-0464-FA62-D3B1-AF340B30EEBD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09FCB91-56EE-0306-B1C4-B6EE24D72222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AC9AC06-3237-7FB8-3E71-5F0CC0F88A28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5069881-5C49-1510-1B4A-A66A82513010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AF94964-811F-E5B8-5769-F335900C6514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Picture 12" descr="University of Waterloo logo">
            <a:extLst>
              <a:ext uri="{FF2B5EF4-FFF2-40B4-BE49-F238E27FC236}">
                <a16:creationId xmlns:a16="http://schemas.microsoft.com/office/drawing/2014/main" id="{0F962198-0F7C-1A7B-DC29-ECAA32C67E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64157" y="5304723"/>
            <a:ext cx="3759035" cy="148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953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4B0C9-B47E-4B33-A656-C78D1805DA95}" type="datetime1">
              <a:rPr lang="en-US" smtClean="0"/>
              <a:t>4/21/25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899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M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407696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MENU ITEM 1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908224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MENU ITEM 2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10408752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MENU ITEM 3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8C228CE-C572-4AF5-9728-AA6E475873DD}" type="datetime1">
              <a:rPr lang="en-US" smtClean="0"/>
              <a:t>4/21/25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883" y="434108"/>
            <a:ext cx="7046081" cy="895927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74265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2" y="1709738"/>
            <a:ext cx="9399507" cy="2852737"/>
          </a:xfrm>
        </p:spPr>
        <p:txBody>
          <a:bodyPr anchor="b">
            <a:normAutofit/>
          </a:bodyPr>
          <a:lstStyle>
            <a:lvl1pPr algn="l">
              <a:defRPr sz="4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</a:t>
            </a:r>
            <a:br>
              <a:rPr lang="en-US"/>
            </a:br>
            <a:r>
              <a:rPr lang="en-US"/>
              <a:t>SECTION TITLE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4589463"/>
            <a:ext cx="9399507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D43AC-4B94-471D-A170-0D88FCD1FB54}" type="datetime1">
              <a:rPr lang="en-US" smtClean="0"/>
              <a:t>4/21/25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712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60521" y="3227413"/>
            <a:ext cx="8770620" cy="1212056"/>
          </a:xfrm>
        </p:spPr>
        <p:txBody>
          <a:bodyPr anchor="b">
            <a:noAutofit/>
          </a:bodyPr>
          <a:lstStyle>
            <a:lvl1pPr algn="l">
              <a:defRPr sz="40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</a:t>
            </a:r>
            <a:br>
              <a:rPr lang="en-US"/>
            </a:br>
            <a:r>
              <a:rPr lang="en-US"/>
              <a:t>SECTION TITLE SLIDE OPTION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960521" y="4447299"/>
            <a:ext cx="8770620" cy="666549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2EFF9E2-52BD-4C8D-9C57-79F661DB94A1}" type="datetime1">
              <a:rPr lang="en-US" smtClean="0"/>
              <a:t>4/21/25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23CDDAC-C7BC-C026-DBF5-1F441817694A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093E90F-8348-6507-0CA6-23A77D0FF9D3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10C4E9-E0C2-2B5C-6851-9D5D61545008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7BCF4D7-716F-52CC-66B7-C2694CA5B51F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EE75C32-392B-B376-010B-6A75AE630CBB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C0F947E-B04D-E029-09CB-EEC744D80E2B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11643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9882" y="1413164"/>
            <a:ext cx="5586855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992" y="1413164"/>
            <a:ext cx="5658620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81F3-AB4F-4026-8B03-DBF7475676B1}" type="datetime1">
              <a:rPr lang="en-US" smtClean="0"/>
              <a:t>4/21/25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941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1" y="1396192"/>
            <a:ext cx="5542713" cy="670270"/>
          </a:xfrm>
        </p:spPr>
        <p:txBody>
          <a:bodyPr anchor="b">
            <a:noAutofit/>
          </a:bodyPr>
          <a:lstStyle>
            <a:lvl1pPr marL="0" indent="0">
              <a:buNone/>
              <a:defRPr sz="2800" b="1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881" y="2184400"/>
            <a:ext cx="5542713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6154" y="1396192"/>
            <a:ext cx="5593458" cy="670270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6154" y="2184400"/>
            <a:ext cx="5593458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432B-3FBE-4889-963D-BF97BFBB7D3F}" type="datetime1">
              <a:rPr lang="en-US" smtClean="0"/>
              <a:t>4/21/25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325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CCC04-1E76-41EE-A8AC-75AD85313D09}" type="datetime1">
              <a:rPr lang="en-US" smtClean="0"/>
              <a:t>4/21/25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171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74A9E-84AC-4661-9381-CC35B09E47F7}" type="datetime1">
              <a:rPr lang="en-US" smtClean="0"/>
              <a:t>4/21/25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954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_NoBkg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1E55829F-8847-4C2A-8DD0-690EAD78E53F}" type="datetime1">
              <a:rPr lang="en-US" smtClean="0"/>
              <a:t>4/21/25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4CEECD4-4800-71B3-500D-D8DB8ECD7D8D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5DB53A1-9CD0-9270-2A9B-841D9E8E7C98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0238B9E-5961-89CA-949B-73D627619ADE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0B4FFA6-3B2D-F2A7-3300-59721970DC69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795B991-F449-37E7-F856-FDA75449C532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BFF1749-63D7-B78A-277A-2B74411FA25C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97125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0071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cap="all" baseline="0"/>
            </a:lvl1pPr>
          </a:lstStyle>
          <a:p>
            <a:r>
              <a:rPr lang="en-US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4/21/25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93007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93007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60400" y="2420360"/>
            <a:ext cx="10871200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393007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FDE9AFA-FFD7-2347-3167-FDF1E0A34AC3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6E5C5A6-6C2A-AFEE-BD17-49528C3855FB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BD549B1-F3EA-848F-3C95-AFBB4052AC0B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D0A31AE-FDE0-EF4E-8CB4-92A0FFF2647C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1D21763-0A4C-FA7D-9F37-F8AFE615EED6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72AC8E2-F6D4-FD99-70C6-77755885A9A4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2389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 with Phot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350285" y="845819"/>
            <a:ext cx="5440648" cy="5407201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54362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cap="all" baseline="0"/>
            </a:lvl1pPr>
          </a:lstStyle>
          <a:p>
            <a:r>
              <a:rPr lang="en-US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4/21/25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9882" y="6335309"/>
            <a:ext cx="3887245" cy="250337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587999" y="6335309"/>
            <a:ext cx="1016000" cy="250337"/>
          </a:xfrm>
        </p:spPr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544943" y="2409026"/>
            <a:ext cx="4950694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85436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436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436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D72C6A36-12A8-648E-3569-D00054B97EDE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341EFA2-509C-A2DA-BAFE-6A88632CD8BD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475CC21-076A-A811-68B0-7FD8CD8D56F3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C91703A-A99F-06CE-B55C-0D09FBAF811B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60600EF-94C1-BC1E-4FA3-4CC356E82A0C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069E7EA-C348-85EA-0BB1-F112127EBF12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66985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err="1"/>
              <a:t>Subheader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cap="all" baseline="0"/>
            </a:lvl1pPr>
          </a:lstStyle>
          <a:p>
            <a:r>
              <a:rPr lang="en-US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4/21/25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86E267E-B65C-F4B3-6286-047BB3E93079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3736B7B-B04C-12D3-2026-E56D619F8DA3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6331547-A9DB-F53A-721D-FDBAE7A1BAA4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056261B-07B2-A56E-A728-17FD21096879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07BC18F-6CFE-55D8-BE1F-9202FC65B49C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0FCE5BD-A2E3-BD85-F1DC-9C10B47153A4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22373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2">
    <p:bg>
      <p:bgPr>
        <a:solidFill>
          <a:srgbClr val="FED3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err="1"/>
              <a:t>Subheader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cap="all" baseline="0"/>
            </a:lvl1pPr>
          </a:lstStyle>
          <a:p>
            <a:r>
              <a:rPr lang="en-US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4/21/25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C257420-CE83-4866-3EA3-381C0CFC3158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8621F66-77FA-4999-E325-230D9B669B97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042B54D-8327-3710-DF48-EE39609CDDA0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DCFC16C-2941-FB67-C5DD-46A3F3A9A173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34C2BD1-3A50-A203-B064-3DCD3906F6F2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E1944A9-11DF-DB57-300B-F689B08F4D3C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53364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err="1"/>
              <a:t>Subheader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DFC970-B950-4395-A833-47227D4A68CA}" type="datetime1">
              <a:rPr lang="en-US" smtClean="0"/>
              <a:pPr/>
              <a:t>4/21/25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5AC5E88-54DB-DB07-2D2B-3EA3C0141922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D421AC2-0BAA-41E8-5271-9D286A5CB1F7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D31278D-990D-8DFD-00A2-BCCECAB47A5E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A348C4B-29F3-5E21-5DA6-F7A38594E57F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C0FAD8C-7636-5833-CFCE-3253852F15EF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CC4306F-759D-AE82-8D13-D983855E47FC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91091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7225" y="4581236"/>
            <a:ext cx="10877550" cy="1597891"/>
          </a:xfrm>
          <a:noFill/>
        </p:spPr>
        <p:txBody>
          <a:bodyPr wrap="square" rtlCol="0" anchor="ctr" anchorCtr="1">
            <a:noAutofit/>
          </a:bodyPr>
          <a:lstStyle>
            <a:lvl1pPr algn="ctr">
              <a:defRPr lang="en-US" sz="1800" b="0" i="0" cap="none" baseline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5D660D7-90CE-4513-A3CE-C070B9421917}" type="datetime1">
              <a:rPr lang="en-US" smtClean="0"/>
              <a:t>4/21/25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B2C18FC-29DC-30A0-0360-C5E5735072A4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6231277-A44F-A1F5-03E4-79BB667E118A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269444E-AE08-770D-D564-E199EA1B706B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7691CF8-1E73-A801-14D7-6110247881EC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1DC9D66-33DA-E6DF-D54B-2453FA7322A6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EBB1E0F-DE82-BF28-6F15-1C179C3FA41E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6" name="Picture 25" descr="University of Waterloo logo">
            <a:extLst>
              <a:ext uri="{FF2B5EF4-FFF2-40B4-BE49-F238E27FC236}">
                <a16:creationId xmlns:a16="http://schemas.microsoft.com/office/drawing/2014/main" id="{5604EBD5-7BE6-8BAD-C10F-F29FF1FC02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4945" y="1204402"/>
            <a:ext cx="6407315" cy="415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074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3425" y="4682836"/>
            <a:ext cx="10725150" cy="1559782"/>
          </a:xfrm>
          <a:noFill/>
        </p:spPr>
        <p:txBody>
          <a:bodyPr wrap="square" rtlCol="0" anchor="ctr" anchorCtr="1">
            <a:noAutofit/>
          </a:bodyPr>
          <a:lstStyle>
            <a:lvl1pPr marL="0" algn="ctr">
              <a:lnSpc>
                <a:spcPct val="75000"/>
              </a:lnSpc>
              <a:defRPr lang="en-US" sz="1800" b="0" i="0" cap="none" baseline="0">
                <a:solidFill>
                  <a:schemeClr val="bg1">
                    <a:alpha val="81000"/>
                  </a:schemeClr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4/21/25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3C84CBA-BDD4-B9EC-8FD3-ECC1DF539F9E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FE04DCE-1B6E-B5CB-9E62-E45B592AFB6A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8AF4A26-5CAE-1F08-C93F-B41E8E5BB1DB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1623493-CA34-79CF-0A7F-DF7FA3107102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BFBED65-B55C-005E-0B76-59B6F1DB7BD0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F170495-1DE0-AF98-003E-5B61D768B50C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9" name="Picture 18" descr="University of Waterloo logo">
            <a:extLst>
              <a:ext uri="{FF2B5EF4-FFF2-40B4-BE49-F238E27FC236}">
                <a16:creationId xmlns:a16="http://schemas.microsoft.com/office/drawing/2014/main" id="{086A222B-79FE-32D2-AF56-76C91A4EBD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4945" y="1204402"/>
            <a:ext cx="6407315" cy="415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198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_Y+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YOU+WATERLOO">
            <a:extLst>
              <a:ext uri="{FF2B5EF4-FFF2-40B4-BE49-F238E27FC236}">
                <a16:creationId xmlns:a16="http://schemas.microsoft.com/office/drawing/2014/main" id="{28F653FE-3A86-E844-A53F-0361E59D70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53660" y="4585014"/>
            <a:ext cx="1884680" cy="5334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8ADE716-1136-A547-A8CE-EAC2B309AA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68648" y="5270227"/>
            <a:ext cx="3854704" cy="252476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5D660D7-90CE-4513-A3CE-C070B9421917}" type="datetime1">
              <a:rPr lang="en-US" smtClean="0"/>
              <a:t>4/21/25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691E8C1-028B-B8F4-4256-E3712FED0E55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53E403A-BC35-D5C8-A61A-6A21441F2A47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0BBAAB5-DC1C-86EB-4372-7AA35FAC264E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06E0FE3-0020-4B30-798D-E8A1A63EEAD4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32F16E-6FB3-59D9-5ABB-055FA23EB8BF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4B425B3-553E-0171-4C59-CD7445926E13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Picture 16" descr="University of Waterloo logo">
            <a:extLst>
              <a:ext uri="{FF2B5EF4-FFF2-40B4-BE49-F238E27FC236}">
                <a16:creationId xmlns:a16="http://schemas.microsoft.com/office/drawing/2014/main" id="{0E8EB7D6-3776-0C1B-E0DD-A6CD3262A4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5667" y="895553"/>
            <a:ext cx="5757267" cy="3735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755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_Y+W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4/21/25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1" name="Picture 20" descr="YOU+WATERLOO">
            <a:extLst>
              <a:ext uri="{FF2B5EF4-FFF2-40B4-BE49-F238E27FC236}">
                <a16:creationId xmlns:a16="http://schemas.microsoft.com/office/drawing/2014/main" id="{61B2F895-74F6-5245-9741-0020E25D8A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3660" y="4592032"/>
            <a:ext cx="1884680" cy="5334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D46E8A0-B6BB-1D40-8410-044E5B2039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68648" y="5277245"/>
            <a:ext cx="3854704" cy="2524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747904-A0FC-F14A-9236-E3A1ADBB8DEF}"/>
              </a:ext>
            </a:extLst>
          </p:cNvPr>
          <p:cNvSpPr txBox="1"/>
          <p:nvPr userDrawn="1"/>
        </p:nvSpPr>
        <p:spPr>
          <a:xfrm>
            <a:off x="4851400" y="72474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D286E6D-0D71-65B9-5A2A-13BC64D090E5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94DCB05-C5B2-F917-DEBD-1ADFF9EF49FB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EC16BE5-37EB-7BF9-91C1-1DD99FB6DF48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643753E-1D6D-DAC7-EEB3-784F18B6ACE7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5A03DC8-13E8-7109-1E6E-7D037DB2C7A0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187BAEF-5621-E3DD-3CE7-8D8AEF27527F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9" name="Picture 18" descr="University of Waterloo logo">
            <a:extLst>
              <a:ext uri="{FF2B5EF4-FFF2-40B4-BE49-F238E27FC236}">
                <a16:creationId xmlns:a16="http://schemas.microsoft.com/office/drawing/2014/main" id="{468B2007-5BEA-A5A1-19B5-A9DE3EF8F41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5666" y="895553"/>
            <a:ext cx="5757269" cy="3735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610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1413163"/>
            <a:ext cx="11569729" cy="4595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38014" y="6335309"/>
            <a:ext cx="1181114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5FDFC970-B950-4395-A833-47227D4A68CA}" type="datetime1">
              <a:rPr lang="en-US" smtClean="0"/>
              <a:t>4/21/25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882" y="6335309"/>
            <a:ext cx="5226517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88000" y="6335309"/>
            <a:ext cx="1016000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16" name="Rectangle 15"/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 descr="University of Waterloo logo">
            <a:extLst>
              <a:ext uri="{FF2B5EF4-FFF2-40B4-BE49-F238E27FC236}">
                <a16:creationId xmlns:a16="http://schemas.microsoft.com/office/drawing/2014/main" id="{5AE93192-E6E4-EBD3-E1EB-1CA76925B880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2767" y="5868697"/>
            <a:ext cx="2749233" cy="108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309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b="1" kern="1200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925" indent="-288925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microsoft.com/office/2007/relationships/hdphoto" Target="../media/hdphoto2.wdp"/><Relationship Id="rId3" Type="http://schemas.openxmlformats.org/officeDocument/2006/relationships/image" Target="../media/image9.png"/><Relationship Id="rId7" Type="http://schemas.openxmlformats.org/officeDocument/2006/relationships/image" Target="../media/image14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microsoft.com/office/2007/relationships/hdphoto" Target="../media/hdphoto1.wdp"/><Relationship Id="rId4" Type="http://schemas.openxmlformats.org/officeDocument/2006/relationships/image" Target="../media/image10.png"/><Relationship Id="rId9" Type="http://schemas.openxmlformats.org/officeDocument/2006/relationships/image" Target="../media/image16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740" y="1028940"/>
            <a:ext cx="9719960" cy="2136291"/>
          </a:xfrm>
        </p:spPr>
        <p:txBody>
          <a:bodyPr/>
          <a:lstStyle/>
          <a:p>
            <a:r>
              <a:rPr lang="en-US" dirty="0"/>
              <a:t>Web Scraping 101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E386DC-4E7B-21CD-C1AA-700B9F444D1A}"/>
              </a:ext>
            </a:extLst>
          </p:cNvPr>
          <p:cNvSpPr/>
          <p:nvPr/>
        </p:nvSpPr>
        <p:spPr>
          <a:xfrm>
            <a:off x="251460" y="5646420"/>
            <a:ext cx="3120390" cy="811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63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B145C-A4F0-D876-C26E-A47BB927F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FA7AC-4C1E-94A0-C109-43374895C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363" y="651022"/>
            <a:ext cx="11569729" cy="895927"/>
          </a:xfrm>
        </p:spPr>
        <p:txBody>
          <a:bodyPr>
            <a:normAutofit/>
          </a:bodyPr>
          <a:lstStyle/>
          <a:p>
            <a:pPr algn="just"/>
            <a:r>
              <a:rPr lang="en-US" dirty="0" err="1">
                <a:latin typeface="Aptos"/>
              </a:rPr>
              <a:t>Cómo</a:t>
            </a:r>
            <a:r>
              <a:rPr lang="en-US" dirty="0">
                <a:latin typeface="Aptos"/>
              </a:rPr>
              <a:t> </a:t>
            </a:r>
            <a:r>
              <a:rPr lang="en-US" dirty="0" err="1">
                <a:latin typeface="Aptos"/>
              </a:rPr>
              <a:t>funciona</a:t>
            </a:r>
            <a:r>
              <a:rPr lang="en-US" dirty="0">
                <a:latin typeface="Aptos"/>
              </a:rPr>
              <a:t> internet?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4EFAB8-E924-D367-B5E6-C1BE7F0D8B9E}"/>
              </a:ext>
            </a:extLst>
          </p:cNvPr>
          <p:cNvSpPr/>
          <p:nvPr/>
        </p:nvSpPr>
        <p:spPr>
          <a:xfrm>
            <a:off x="8887246" y="5920740"/>
            <a:ext cx="3120390" cy="811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erver - Free computer icons">
            <a:extLst>
              <a:ext uri="{FF2B5EF4-FFF2-40B4-BE49-F238E27FC236}">
                <a16:creationId xmlns:a16="http://schemas.microsoft.com/office/drawing/2014/main" id="{A7BF1596-4614-75CC-989B-532842F600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9440" y="1851660"/>
            <a:ext cx="1708150" cy="170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8D6AA39-2CE3-1DCC-893F-0B4A8C6760DF}"/>
              </a:ext>
            </a:extLst>
          </p:cNvPr>
          <p:cNvGrpSpPr/>
          <p:nvPr/>
        </p:nvGrpSpPr>
        <p:grpSpPr>
          <a:xfrm>
            <a:off x="7709609" y="2301078"/>
            <a:ext cx="2355273" cy="1258732"/>
            <a:chOff x="7980218" y="2301078"/>
            <a:chExt cx="2355273" cy="1258732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2939366E-858E-ADB5-4E22-2C255DA391E5}"/>
                </a:ext>
              </a:extLst>
            </p:cNvPr>
            <p:cNvSpPr/>
            <p:nvPr/>
          </p:nvSpPr>
          <p:spPr>
            <a:xfrm>
              <a:off x="7980218" y="2301078"/>
              <a:ext cx="2355273" cy="125873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30" name="Picture 6" descr="Icon Request: fa-javascript OR fa-js · Issue #11419 ·  FortAwesome/Font-Awesome · GitHub">
              <a:extLst>
                <a:ext uri="{FF2B5EF4-FFF2-40B4-BE49-F238E27FC236}">
                  <a16:creationId xmlns:a16="http://schemas.microsoft.com/office/drawing/2014/main" id="{F319B5F6-614F-A2D0-379B-04398D4861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2960" y="2347514"/>
              <a:ext cx="1989788" cy="11658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074" name="Picture 2" descr="Laptop - Free computer icons">
            <a:extLst>
              <a:ext uri="{FF2B5EF4-FFF2-40B4-BE49-F238E27FC236}">
                <a16:creationId xmlns:a16="http://schemas.microsoft.com/office/drawing/2014/main" id="{4D8C03ED-3722-C519-DDD7-3A5C32B9D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387" y="3429000"/>
            <a:ext cx="1882569" cy="1882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egistraduría Nacional del Estado Civil">
            <a:extLst>
              <a:ext uri="{FF2B5EF4-FFF2-40B4-BE49-F238E27FC236}">
                <a16:creationId xmlns:a16="http://schemas.microsoft.com/office/drawing/2014/main" id="{8FE0AF37-AA59-3214-88A9-C460B4162B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86" r="22011"/>
          <a:stretch/>
        </p:blipFill>
        <p:spPr bwMode="auto">
          <a:xfrm>
            <a:off x="1990105" y="3811915"/>
            <a:ext cx="860632" cy="519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378EC6F4-B6C9-5E69-B318-1580BC717501}"/>
              </a:ext>
            </a:extLst>
          </p:cNvPr>
          <p:cNvCxnSpPr>
            <a:cxnSpLocks/>
            <a:stCxn id="3074" idx="0"/>
            <a:endCxn id="1026" idx="1"/>
          </p:cNvCxnSpPr>
          <p:nvPr/>
        </p:nvCxnSpPr>
        <p:spPr>
          <a:xfrm rot="5400000" flipH="1" flipV="1">
            <a:off x="3676424" y="1425984"/>
            <a:ext cx="723265" cy="3282768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9907262-47EB-E8A9-E251-F2B77FC23E5F}"/>
              </a:ext>
            </a:extLst>
          </p:cNvPr>
          <p:cNvSpPr txBox="1"/>
          <p:nvPr/>
        </p:nvSpPr>
        <p:spPr>
          <a:xfrm>
            <a:off x="3495279" y="2233320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Request</a:t>
            </a:r>
          </a:p>
        </p:txBody>
      </p:sp>
      <p:pic>
        <p:nvPicPr>
          <p:cNvPr id="17" name="Picture 6" descr="Database DB icon SVG Vector &amp; PNG Free Download | UXWing">
            <a:extLst>
              <a:ext uri="{FF2B5EF4-FFF2-40B4-BE49-F238E27FC236}">
                <a16:creationId xmlns:a16="http://schemas.microsoft.com/office/drawing/2014/main" id="{FDFB4D5F-73D3-48BD-E0A8-C0BCA56650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6901" y="2233320"/>
            <a:ext cx="1135562" cy="1374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8919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11731-4ACE-38BA-D769-62B838FC6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8CE1F-D355-55F6-A674-4567630D4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363" y="651022"/>
            <a:ext cx="11569729" cy="895927"/>
          </a:xfrm>
        </p:spPr>
        <p:txBody>
          <a:bodyPr>
            <a:normAutofit/>
          </a:bodyPr>
          <a:lstStyle/>
          <a:p>
            <a:pPr algn="just"/>
            <a:r>
              <a:rPr lang="en-US" dirty="0" err="1">
                <a:latin typeface="Aptos"/>
              </a:rPr>
              <a:t>Cómo</a:t>
            </a:r>
            <a:r>
              <a:rPr lang="en-US" dirty="0">
                <a:latin typeface="Aptos"/>
              </a:rPr>
              <a:t> </a:t>
            </a:r>
            <a:r>
              <a:rPr lang="en-US" dirty="0" err="1">
                <a:latin typeface="Aptos"/>
              </a:rPr>
              <a:t>funciona</a:t>
            </a:r>
            <a:r>
              <a:rPr lang="en-US" dirty="0">
                <a:latin typeface="Aptos"/>
              </a:rPr>
              <a:t> internet?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4C64D2-3C65-B6A9-5C93-D428620B7F63}"/>
              </a:ext>
            </a:extLst>
          </p:cNvPr>
          <p:cNvSpPr/>
          <p:nvPr/>
        </p:nvSpPr>
        <p:spPr>
          <a:xfrm>
            <a:off x="8887246" y="5920740"/>
            <a:ext cx="3120390" cy="811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erver - Free computer icons">
            <a:extLst>
              <a:ext uri="{FF2B5EF4-FFF2-40B4-BE49-F238E27FC236}">
                <a16:creationId xmlns:a16="http://schemas.microsoft.com/office/drawing/2014/main" id="{4F0BB710-B2CE-BC18-276E-8B7371C13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9440" y="1851660"/>
            <a:ext cx="1708150" cy="170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9046FB3F-FC32-EA13-43F8-5D7B6D2702A8}"/>
              </a:ext>
            </a:extLst>
          </p:cNvPr>
          <p:cNvGrpSpPr/>
          <p:nvPr/>
        </p:nvGrpSpPr>
        <p:grpSpPr>
          <a:xfrm>
            <a:off x="7709609" y="2301078"/>
            <a:ext cx="2355273" cy="1258732"/>
            <a:chOff x="7980218" y="2301078"/>
            <a:chExt cx="2355273" cy="1258732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0707D170-6E80-040A-2FAA-F475500F93D8}"/>
                </a:ext>
              </a:extLst>
            </p:cNvPr>
            <p:cNvSpPr/>
            <p:nvPr/>
          </p:nvSpPr>
          <p:spPr>
            <a:xfrm>
              <a:off x="7980218" y="2301078"/>
              <a:ext cx="2355273" cy="125873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30" name="Picture 6" descr="Icon Request: fa-javascript OR fa-js · Issue #11419 ·  FortAwesome/Font-Awesome · GitHub">
              <a:extLst>
                <a:ext uri="{FF2B5EF4-FFF2-40B4-BE49-F238E27FC236}">
                  <a16:creationId xmlns:a16="http://schemas.microsoft.com/office/drawing/2014/main" id="{3DC59554-9654-BC93-CD43-C9C9550177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2960" y="2347514"/>
              <a:ext cx="1989788" cy="11658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074" name="Picture 2" descr="Laptop - Free computer icons">
            <a:extLst>
              <a:ext uri="{FF2B5EF4-FFF2-40B4-BE49-F238E27FC236}">
                <a16:creationId xmlns:a16="http://schemas.microsoft.com/office/drawing/2014/main" id="{840DA67B-EE0F-C5F8-D480-6114430A1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387" y="3429000"/>
            <a:ext cx="1882569" cy="1882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egistraduría Nacional del Estado Civil">
            <a:extLst>
              <a:ext uri="{FF2B5EF4-FFF2-40B4-BE49-F238E27FC236}">
                <a16:creationId xmlns:a16="http://schemas.microsoft.com/office/drawing/2014/main" id="{CACA44D3-05BF-830F-BC55-6CAEBD5262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86" r="22011"/>
          <a:stretch/>
        </p:blipFill>
        <p:spPr bwMode="auto">
          <a:xfrm>
            <a:off x="1990105" y="3811915"/>
            <a:ext cx="860632" cy="519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D58ECA74-2274-5F63-09BD-3FE247511BB0}"/>
              </a:ext>
            </a:extLst>
          </p:cNvPr>
          <p:cNvCxnSpPr>
            <a:cxnSpLocks/>
            <a:stCxn id="3074" idx="0"/>
            <a:endCxn id="1026" idx="1"/>
          </p:cNvCxnSpPr>
          <p:nvPr/>
        </p:nvCxnSpPr>
        <p:spPr>
          <a:xfrm rot="5400000" flipH="1" flipV="1">
            <a:off x="3676424" y="1425984"/>
            <a:ext cx="723265" cy="3282768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2B857DF-2228-D4A8-4010-1711C606DF2C}"/>
              </a:ext>
            </a:extLst>
          </p:cNvPr>
          <p:cNvSpPr txBox="1"/>
          <p:nvPr/>
        </p:nvSpPr>
        <p:spPr>
          <a:xfrm>
            <a:off x="3495279" y="2233320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Request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FC7C572-A3EA-1BFB-9485-DB83B80DDE28}"/>
              </a:ext>
            </a:extLst>
          </p:cNvPr>
          <p:cNvGrpSpPr/>
          <p:nvPr/>
        </p:nvGrpSpPr>
        <p:grpSpPr>
          <a:xfrm>
            <a:off x="8190903" y="3988097"/>
            <a:ext cx="1395058" cy="2108825"/>
            <a:chOff x="8267622" y="3923672"/>
            <a:chExt cx="1395058" cy="2108825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1F5015CD-6C6E-1E7E-553A-EBE2340BB367}"/>
                </a:ext>
              </a:extLst>
            </p:cNvPr>
            <p:cNvSpPr/>
            <p:nvPr/>
          </p:nvSpPr>
          <p:spPr>
            <a:xfrm>
              <a:off x="8267622" y="3923672"/>
              <a:ext cx="1395058" cy="2108825"/>
            </a:xfrm>
            <a:prstGeom prst="roundRect">
              <a:avLst/>
            </a:prstGeom>
            <a:solidFill>
              <a:srgbClr val="29A9E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152" name="Picture 8" descr="Paint bucket - Free art icons">
              <a:extLst>
                <a:ext uri="{FF2B5EF4-FFF2-40B4-BE49-F238E27FC236}">
                  <a16:creationId xmlns:a16="http://schemas.microsoft.com/office/drawing/2014/main" id="{C89C2485-2DB6-6089-7F43-BA93DA170E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46066" y="4390804"/>
              <a:ext cx="1038170" cy="1038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4D4A06C-BBFE-B1A2-C47B-26ED66410437}"/>
              </a:ext>
            </a:extLst>
          </p:cNvPr>
          <p:cNvSpPr/>
          <p:nvPr/>
        </p:nvSpPr>
        <p:spPr>
          <a:xfrm>
            <a:off x="10063695" y="3987150"/>
            <a:ext cx="1395058" cy="2109771"/>
          </a:xfrm>
          <a:prstGeom prst="roundRect">
            <a:avLst/>
          </a:prstGeom>
          <a:solidFill>
            <a:srgbClr val="8ACF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54" name="Picture 10" descr="Car engine - Free electronics icons">
            <a:extLst>
              <a:ext uri="{FF2B5EF4-FFF2-40B4-BE49-F238E27FC236}">
                <a16:creationId xmlns:a16="http://schemas.microsoft.com/office/drawing/2014/main" id="{16E22DDD-282B-F650-0847-8C5F106749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6284" y="4459374"/>
            <a:ext cx="1029880" cy="1029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E4CACB86-2768-21A1-27A0-C646CAAE3EAE}"/>
              </a:ext>
            </a:extLst>
          </p:cNvPr>
          <p:cNvGrpSpPr/>
          <p:nvPr/>
        </p:nvGrpSpPr>
        <p:grpSpPr>
          <a:xfrm>
            <a:off x="5640082" y="3988097"/>
            <a:ext cx="2231818" cy="2248546"/>
            <a:chOff x="6096000" y="3907880"/>
            <a:chExt cx="2231818" cy="2248546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E3413016-9CD3-BD73-F56F-1768FEBF6914}"/>
                </a:ext>
              </a:extLst>
            </p:cNvPr>
            <p:cNvSpPr/>
            <p:nvPr/>
          </p:nvSpPr>
          <p:spPr>
            <a:xfrm>
              <a:off x="6096000" y="3907880"/>
              <a:ext cx="2078182" cy="2108825"/>
            </a:xfrm>
            <a:prstGeom prst="roundRect">
              <a:avLst/>
            </a:prstGeom>
            <a:solidFill>
              <a:srgbClr val="F1652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148" name="Picture 4" descr="Premium Vector | Car steering wheel icon outline vector Auto part Seat  machine">
              <a:extLst>
                <a:ext uri="{FF2B5EF4-FFF2-40B4-BE49-F238E27FC236}">
                  <a16:creationId xmlns:a16="http://schemas.microsoft.com/office/drawing/2014/main" id="{11CAB85E-3EA3-AFA7-DDBE-17A5EFFE93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7827" b="89617" l="5272" r="92652">
                          <a14:foregroundMark x1="5591" y1="48722" x2="5591" y2="48722"/>
                          <a14:foregroundMark x1="90415" y1="51118" x2="90415" y2="51118"/>
                          <a14:foregroundMark x1="92652" y1="45847" x2="92652" y2="45847"/>
                          <a14:foregroundMark x1="51757" y1="7827" x2="51757" y2="7827"/>
                          <a14:foregroundMark x1="50000" y1="89617" x2="50000" y2="8961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89440" y="4978086"/>
              <a:ext cx="901779" cy="9017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56" name="Picture 12" descr="Car door - Free transportation icons">
              <a:extLst>
                <a:ext uri="{FF2B5EF4-FFF2-40B4-BE49-F238E27FC236}">
                  <a16:creationId xmlns:a16="http://schemas.microsoft.com/office/drawing/2014/main" id="{8F49FDE5-FB02-C467-8C7F-2B62D8009C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92994" y="4017273"/>
              <a:ext cx="976274" cy="9762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58" name="Picture 14" descr="simple car wheel icon on white background 4879574 Vector Art at Vecteezy">
              <a:extLst>
                <a:ext uri="{FF2B5EF4-FFF2-40B4-BE49-F238E27FC236}">
                  <a16:creationId xmlns:a16="http://schemas.microsoft.com/office/drawing/2014/main" id="{A61D8344-2562-5A5E-E016-D7BE7DF4BD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ackgroundRemoval t="10000" b="90000" l="10000" r="90000">
                          <a14:foregroundMark x1="53980" y1="45816" x2="53980" y2="4581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2913" y="4701521"/>
              <a:ext cx="1454905" cy="14549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78EB816-DBEC-E33A-701E-362CB94A1B15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6679173" y="3429000"/>
            <a:ext cx="1511730" cy="55909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BC68BD9-807C-B38C-11FA-6D49FC424215}"/>
              </a:ext>
            </a:extLst>
          </p:cNvPr>
          <p:cNvCxnSpPr>
            <a:cxnSpLocks/>
            <a:stCxn id="1030" idx="2"/>
            <a:endCxn id="6" idx="0"/>
          </p:cNvCxnSpPr>
          <p:nvPr/>
        </p:nvCxnSpPr>
        <p:spPr>
          <a:xfrm>
            <a:off x="8887245" y="3513374"/>
            <a:ext cx="1187" cy="47472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406A08B-7C13-D098-7A6B-524508DC73D0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9585961" y="3429000"/>
            <a:ext cx="1175263" cy="5581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1" name="Picture 6" descr="Database DB icon SVG Vector &amp; PNG Free Download | UXWing">
            <a:extLst>
              <a:ext uri="{FF2B5EF4-FFF2-40B4-BE49-F238E27FC236}">
                <a16:creationId xmlns:a16="http://schemas.microsoft.com/office/drawing/2014/main" id="{A794A8D1-CC7E-F072-B4C8-E7D46797A2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6901" y="2233320"/>
            <a:ext cx="1135562" cy="1374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3057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644CC-DAA3-4076-E5DE-771B2BEF5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D7306-3641-DE85-B79F-E70E2B12A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363" y="651022"/>
            <a:ext cx="11569729" cy="895927"/>
          </a:xfrm>
        </p:spPr>
        <p:txBody>
          <a:bodyPr>
            <a:normAutofit/>
          </a:bodyPr>
          <a:lstStyle/>
          <a:p>
            <a:pPr algn="just"/>
            <a:r>
              <a:rPr lang="en-US" dirty="0" err="1">
                <a:latin typeface="Aptos"/>
              </a:rPr>
              <a:t>Cómo</a:t>
            </a:r>
            <a:r>
              <a:rPr lang="en-US" dirty="0">
                <a:latin typeface="Aptos"/>
              </a:rPr>
              <a:t> </a:t>
            </a:r>
            <a:r>
              <a:rPr lang="en-US" dirty="0" err="1">
                <a:latin typeface="Aptos"/>
              </a:rPr>
              <a:t>funciona</a:t>
            </a:r>
            <a:r>
              <a:rPr lang="en-US" dirty="0">
                <a:latin typeface="Aptos"/>
              </a:rPr>
              <a:t> internet?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32C4DD-D889-C746-FD99-5D73BB3C64BF}"/>
              </a:ext>
            </a:extLst>
          </p:cNvPr>
          <p:cNvSpPr/>
          <p:nvPr/>
        </p:nvSpPr>
        <p:spPr>
          <a:xfrm>
            <a:off x="8887246" y="5920740"/>
            <a:ext cx="3120390" cy="811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erver - Free computer icons">
            <a:extLst>
              <a:ext uri="{FF2B5EF4-FFF2-40B4-BE49-F238E27FC236}">
                <a16:creationId xmlns:a16="http://schemas.microsoft.com/office/drawing/2014/main" id="{BB17531B-AFA1-0BB1-4DF0-87C643163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9440" y="1851660"/>
            <a:ext cx="1708150" cy="170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D157BC96-72C6-9832-42E8-4C14E963F7D2}"/>
              </a:ext>
            </a:extLst>
          </p:cNvPr>
          <p:cNvGrpSpPr/>
          <p:nvPr/>
        </p:nvGrpSpPr>
        <p:grpSpPr>
          <a:xfrm>
            <a:off x="7709609" y="2301078"/>
            <a:ext cx="2355273" cy="1258732"/>
            <a:chOff x="7980218" y="2301078"/>
            <a:chExt cx="2355273" cy="1258732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EFE00550-E88E-995E-F582-D64829B47D1E}"/>
                </a:ext>
              </a:extLst>
            </p:cNvPr>
            <p:cNvSpPr/>
            <p:nvPr/>
          </p:nvSpPr>
          <p:spPr>
            <a:xfrm>
              <a:off x="7980218" y="2301078"/>
              <a:ext cx="2355273" cy="125873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30" name="Picture 6" descr="Icon Request: fa-javascript OR fa-js · Issue #11419 ·  FortAwesome/Font-Awesome · GitHub">
              <a:extLst>
                <a:ext uri="{FF2B5EF4-FFF2-40B4-BE49-F238E27FC236}">
                  <a16:creationId xmlns:a16="http://schemas.microsoft.com/office/drawing/2014/main" id="{CF8DC46A-AF41-4AB6-BD61-97D12F35A6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2960" y="2347514"/>
              <a:ext cx="1989788" cy="11658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074" name="Picture 2" descr="Laptop - Free computer icons">
            <a:extLst>
              <a:ext uri="{FF2B5EF4-FFF2-40B4-BE49-F238E27FC236}">
                <a16:creationId xmlns:a16="http://schemas.microsoft.com/office/drawing/2014/main" id="{3517E530-0863-FBB8-2886-DFD6C734C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387" y="3429000"/>
            <a:ext cx="1882569" cy="1882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egistraduría Nacional del Estado Civil">
            <a:extLst>
              <a:ext uri="{FF2B5EF4-FFF2-40B4-BE49-F238E27FC236}">
                <a16:creationId xmlns:a16="http://schemas.microsoft.com/office/drawing/2014/main" id="{D2D0C720-0591-687A-C5AD-941DEEB0BF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86" r="22011"/>
          <a:stretch/>
        </p:blipFill>
        <p:spPr bwMode="auto">
          <a:xfrm>
            <a:off x="1990105" y="3811915"/>
            <a:ext cx="860632" cy="519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C4D0A842-FEDF-AE40-E8B5-9ADBC80211DF}"/>
              </a:ext>
            </a:extLst>
          </p:cNvPr>
          <p:cNvCxnSpPr>
            <a:cxnSpLocks/>
            <a:stCxn id="3074" idx="0"/>
            <a:endCxn id="1026" idx="1"/>
          </p:cNvCxnSpPr>
          <p:nvPr/>
        </p:nvCxnSpPr>
        <p:spPr>
          <a:xfrm rot="5400000" flipH="1" flipV="1">
            <a:off x="3676424" y="1425984"/>
            <a:ext cx="723265" cy="3282768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5894658-9D36-F396-7B11-E933A6904AFE}"/>
              </a:ext>
            </a:extLst>
          </p:cNvPr>
          <p:cNvSpPr txBox="1"/>
          <p:nvPr/>
        </p:nvSpPr>
        <p:spPr>
          <a:xfrm>
            <a:off x="3495279" y="2233320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Request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B0982BC-183F-915A-4068-9EBCCBBC2773}"/>
              </a:ext>
            </a:extLst>
          </p:cNvPr>
          <p:cNvGrpSpPr/>
          <p:nvPr/>
        </p:nvGrpSpPr>
        <p:grpSpPr>
          <a:xfrm>
            <a:off x="3495279" y="3871728"/>
            <a:ext cx="2355273" cy="1258732"/>
            <a:chOff x="7980218" y="2301078"/>
            <a:chExt cx="2355273" cy="1258732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5587A02F-C064-8EED-9A8C-7D58E77D64E6}"/>
                </a:ext>
              </a:extLst>
            </p:cNvPr>
            <p:cNvSpPr/>
            <p:nvPr/>
          </p:nvSpPr>
          <p:spPr>
            <a:xfrm>
              <a:off x="7980218" y="2301078"/>
              <a:ext cx="2355273" cy="125873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6" descr="Icon Request: fa-javascript OR fa-js · Issue #11419 ·  FortAwesome/Font-Awesome · GitHub">
              <a:extLst>
                <a:ext uri="{FF2B5EF4-FFF2-40B4-BE49-F238E27FC236}">
                  <a16:creationId xmlns:a16="http://schemas.microsoft.com/office/drawing/2014/main" id="{2C06F26A-AA73-789A-6538-EFA81C3807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2960" y="2347514"/>
              <a:ext cx="1989788" cy="11658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" name="Picture 6" descr="Database DB icon SVG Vector &amp; PNG Free Download | UXWing">
            <a:extLst>
              <a:ext uri="{FF2B5EF4-FFF2-40B4-BE49-F238E27FC236}">
                <a16:creationId xmlns:a16="http://schemas.microsoft.com/office/drawing/2014/main" id="{D9D4A911-4BF8-6201-CE0F-2C97E9091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6901" y="2233320"/>
            <a:ext cx="1135562" cy="1374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2756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92214-BBD2-9251-0908-A840F0E6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8E0E3-05F7-DBAD-2B52-EDA02B5F2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363" y="651022"/>
            <a:ext cx="11569729" cy="895927"/>
          </a:xfrm>
        </p:spPr>
        <p:txBody>
          <a:bodyPr>
            <a:normAutofit/>
          </a:bodyPr>
          <a:lstStyle/>
          <a:p>
            <a:pPr algn="just"/>
            <a:r>
              <a:rPr lang="en-US" dirty="0" err="1">
                <a:latin typeface="Aptos"/>
              </a:rPr>
              <a:t>Cómo</a:t>
            </a:r>
            <a:r>
              <a:rPr lang="en-US" dirty="0">
                <a:latin typeface="Aptos"/>
              </a:rPr>
              <a:t> </a:t>
            </a:r>
            <a:r>
              <a:rPr lang="en-US" dirty="0" err="1">
                <a:latin typeface="Aptos"/>
              </a:rPr>
              <a:t>hacer</a:t>
            </a:r>
            <a:r>
              <a:rPr lang="en-US" dirty="0">
                <a:latin typeface="Aptos"/>
              </a:rPr>
              <a:t> </a:t>
            </a:r>
            <a:r>
              <a:rPr lang="en-US" dirty="0" err="1">
                <a:latin typeface="Aptos"/>
              </a:rPr>
              <a:t>el</a:t>
            </a:r>
            <a:r>
              <a:rPr lang="en-US" dirty="0">
                <a:latin typeface="Aptos"/>
              </a:rPr>
              <a:t> Web Scraping?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6AAF90-7D3E-45B0-A243-AD8BF2E679CF}"/>
              </a:ext>
            </a:extLst>
          </p:cNvPr>
          <p:cNvSpPr/>
          <p:nvPr/>
        </p:nvSpPr>
        <p:spPr>
          <a:xfrm>
            <a:off x="8887246" y="5920740"/>
            <a:ext cx="3120390" cy="811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erver - Free computer icons">
            <a:extLst>
              <a:ext uri="{FF2B5EF4-FFF2-40B4-BE49-F238E27FC236}">
                <a16:creationId xmlns:a16="http://schemas.microsoft.com/office/drawing/2014/main" id="{3B83DFDC-148C-185B-50BF-5C18B9A56A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5326" y="1939010"/>
            <a:ext cx="1708150" cy="170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5E8077B-455C-A26A-FAEC-D2B62DEA04ED}"/>
              </a:ext>
            </a:extLst>
          </p:cNvPr>
          <p:cNvGrpSpPr/>
          <p:nvPr/>
        </p:nvGrpSpPr>
        <p:grpSpPr>
          <a:xfrm>
            <a:off x="9579681" y="2163719"/>
            <a:ext cx="2355273" cy="1258732"/>
            <a:chOff x="7980218" y="2301078"/>
            <a:chExt cx="2355273" cy="1258732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F63153F4-8511-23C1-9EC7-D6DE364DA690}"/>
                </a:ext>
              </a:extLst>
            </p:cNvPr>
            <p:cNvSpPr/>
            <p:nvPr/>
          </p:nvSpPr>
          <p:spPr>
            <a:xfrm>
              <a:off x="7980218" y="2301078"/>
              <a:ext cx="2355273" cy="125873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30" name="Picture 6" descr="Icon Request: fa-javascript OR fa-js · Issue #11419 ·  FortAwesome/Font-Awesome · GitHub">
              <a:extLst>
                <a:ext uri="{FF2B5EF4-FFF2-40B4-BE49-F238E27FC236}">
                  <a16:creationId xmlns:a16="http://schemas.microsoft.com/office/drawing/2014/main" id="{FE03555C-E671-73C5-A9D3-E5A015F7E9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2960" y="2347514"/>
              <a:ext cx="1989788" cy="11658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3562CE8C-E143-820C-5E7D-6E391AB299AB}"/>
              </a:ext>
            </a:extLst>
          </p:cNvPr>
          <p:cNvCxnSpPr>
            <a:cxnSpLocks/>
            <a:endCxn id="1026" idx="1"/>
          </p:cNvCxnSpPr>
          <p:nvPr/>
        </p:nvCxnSpPr>
        <p:spPr>
          <a:xfrm rot="5400000" flipH="1" flipV="1">
            <a:off x="6532600" y="3761999"/>
            <a:ext cx="2191640" cy="253812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29B2CEA-2D3D-3AF1-6165-94DC393B13E9}"/>
              </a:ext>
            </a:extLst>
          </p:cNvPr>
          <p:cNvSpPr txBox="1"/>
          <p:nvPr/>
        </p:nvSpPr>
        <p:spPr>
          <a:xfrm>
            <a:off x="6225523" y="3918598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Request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1622ECC-A522-44A9-1A8A-ACAB08FFD84F}"/>
              </a:ext>
            </a:extLst>
          </p:cNvPr>
          <p:cNvCxnSpPr>
            <a:cxnSpLocks/>
          </p:cNvCxnSpPr>
          <p:nvPr/>
        </p:nvCxnSpPr>
        <p:spPr>
          <a:xfrm>
            <a:off x="6080064" y="1630218"/>
            <a:ext cx="15936" cy="457676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33B8EE0-2A44-2B04-B38E-577C6AF7EA44}"/>
              </a:ext>
            </a:extLst>
          </p:cNvPr>
          <p:cNvGrpSpPr/>
          <p:nvPr/>
        </p:nvGrpSpPr>
        <p:grpSpPr>
          <a:xfrm>
            <a:off x="6855802" y="5131550"/>
            <a:ext cx="1291423" cy="1258733"/>
            <a:chOff x="7684241" y="4501235"/>
            <a:chExt cx="1291423" cy="1258733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61B503AB-E256-31AC-F084-7C51DA827181}"/>
                </a:ext>
              </a:extLst>
            </p:cNvPr>
            <p:cNvSpPr/>
            <p:nvPr/>
          </p:nvSpPr>
          <p:spPr>
            <a:xfrm>
              <a:off x="7684241" y="4501235"/>
              <a:ext cx="1291423" cy="1258733"/>
            </a:xfrm>
            <a:prstGeom prst="roundRect">
              <a:avLst/>
            </a:prstGeom>
            <a:solidFill>
              <a:srgbClr val="F1652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2" descr="Car door - Free transportation icons">
              <a:extLst>
                <a:ext uri="{FF2B5EF4-FFF2-40B4-BE49-F238E27FC236}">
                  <a16:creationId xmlns:a16="http://schemas.microsoft.com/office/drawing/2014/main" id="{C2AF6E35-4512-56E6-3581-3ED4F565DF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59571" y="4642464"/>
              <a:ext cx="976274" cy="9762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" name="Title 1">
            <a:extLst>
              <a:ext uri="{FF2B5EF4-FFF2-40B4-BE49-F238E27FC236}">
                <a16:creationId xmlns:a16="http://schemas.microsoft.com/office/drawing/2014/main" id="{ADBAAC6E-F85E-52F4-5FB5-40CF6D666D3D}"/>
              </a:ext>
            </a:extLst>
          </p:cNvPr>
          <p:cNvSpPr txBox="1">
            <a:spLocks/>
          </p:cNvSpPr>
          <p:nvPr/>
        </p:nvSpPr>
        <p:spPr>
          <a:xfrm>
            <a:off x="439789" y="2163719"/>
            <a:ext cx="1379809" cy="10100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b="1" kern="1200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7200" dirty="0"/>
              <a:t>🤖</a:t>
            </a:r>
          </a:p>
        </p:txBody>
      </p:sp>
      <p:pic>
        <p:nvPicPr>
          <p:cNvPr id="18" name="Picture 17" descr="A close-up of a document&#10;&#10;AI-generated content may be incorrect.">
            <a:extLst>
              <a:ext uri="{FF2B5EF4-FFF2-40B4-BE49-F238E27FC236}">
                <a16:creationId xmlns:a16="http://schemas.microsoft.com/office/drawing/2014/main" id="{030E508E-5422-DA44-6672-69BC9AE80F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1057" y="1788611"/>
            <a:ext cx="2971800" cy="176022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072858C-77E0-257E-2FBD-5E4F9A76BE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8242" y="3998731"/>
            <a:ext cx="2944615" cy="1762185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B7BA847F-4678-824D-22E6-1C518F56800D}"/>
              </a:ext>
            </a:extLst>
          </p:cNvPr>
          <p:cNvSpPr/>
          <p:nvPr/>
        </p:nvSpPr>
        <p:spPr>
          <a:xfrm>
            <a:off x="4918485" y="1704586"/>
            <a:ext cx="459133" cy="45913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B96454E-27BE-EA7A-3141-38BC2F16D390}"/>
              </a:ext>
            </a:extLst>
          </p:cNvPr>
          <p:cNvSpPr/>
          <p:nvPr/>
        </p:nvSpPr>
        <p:spPr>
          <a:xfrm>
            <a:off x="2866258" y="4650256"/>
            <a:ext cx="459133" cy="45913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790B47D-0DBA-B0A5-FE96-4E7252C431EC}"/>
              </a:ext>
            </a:extLst>
          </p:cNvPr>
          <p:cNvSpPr/>
          <p:nvPr/>
        </p:nvSpPr>
        <p:spPr>
          <a:xfrm>
            <a:off x="4189108" y="5301782"/>
            <a:ext cx="459133" cy="45913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3</a:t>
            </a:r>
          </a:p>
        </p:txBody>
      </p:sp>
      <p:pic>
        <p:nvPicPr>
          <p:cNvPr id="23" name="Picture 6" descr="Database DB icon SVG Vector &amp; PNG Free Download | UXWing">
            <a:extLst>
              <a:ext uri="{FF2B5EF4-FFF2-40B4-BE49-F238E27FC236}">
                <a16:creationId xmlns:a16="http://schemas.microsoft.com/office/drawing/2014/main" id="{174F2BCF-9CAA-0F74-1203-B511199282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9536" y="559233"/>
            <a:ext cx="1135562" cy="1374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2AD90C32-8154-35B7-061E-AAF907B93122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8633434" y="1246693"/>
            <a:ext cx="1556102" cy="669308"/>
          </a:xfrm>
          <a:prstGeom prst="bentConnector3">
            <a:avLst>
              <a:gd name="adj1" fmla="val 716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218" name="Picture 2" descr="Spreadsheet - Free computer icons">
            <a:extLst>
              <a:ext uri="{FF2B5EF4-FFF2-40B4-BE49-F238E27FC236}">
                <a16:creationId xmlns:a16="http://schemas.microsoft.com/office/drawing/2014/main" id="{DC0DC694-0226-BC92-33C2-879B3E914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9853" y="5175498"/>
            <a:ext cx="1214785" cy="1214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3656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AE7FC-C47C-0E49-AF11-6E747A9F3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22FC3-41CF-195F-AD52-B2F4ED30E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363" y="651022"/>
            <a:ext cx="11569729" cy="895927"/>
          </a:xfrm>
        </p:spPr>
        <p:txBody>
          <a:bodyPr>
            <a:normAutofit/>
          </a:bodyPr>
          <a:lstStyle/>
          <a:p>
            <a:pPr algn="just"/>
            <a:r>
              <a:rPr lang="en-US" dirty="0" err="1">
                <a:latin typeface="Aptos"/>
              </a:rPr>
              <a:t>Cómo</a:t>
            </a:r>
            <a:r>
              <a:rPr lang="en-US" dirty="0">
                <a:latin typeface="Aptos"/>
              </a:rPr>
              <a:t> </a:t>
            </a:r>
            <a:r>
              <a:rPr lang="en-US" dirty="0" err="1">
                <a:latin typeface="Aptos"/>
              </a:rPr>
              <a:t>hacer</a:t>
            </a:r>
            <a:r>
              <a:rPr lang="en-US" dirty="0">
                <a:latin typeface="Aptos"/>
              </a:rPr>
              <a:t> </a:t>
            </a:r>
            <a:r>
              <a:rPr lang="en-US" dirty="0" err="1">
                <a:latin typeface="Aptos"/>
              </a:rPr>
              <a:t>el</a:t>
            </a:r>
            <a:r>
              <a:rPr lang="en-US" dirty="0">
                <a:latin typeface="Aptos"/>
              </a:rPr>
              <a:t> Web Scraping?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2B3BAA-9132-11DC-362F-71856C547AB0}"/>
              </a:ext>
            </a:extLst>
          </p:cNvPr>
          <p:cNvSpPr/>
          <p:nvPr/>
        </p:nvSpPr>
        <p:spPr>
          <a:xfrm>
            <a:off x="8887246" y="5920740"/>
            <a:ext cx="3120390" cy="811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erver - Free computer icons">
            <a:extLst>
              <a:ext uri="{FF2B5EF4-FFF2-40B4-BE49-F238E27FC236}">
                <a16:creationId xmlns:a16="http://schemas.microsoft.com/office/drawing/2014/main" id="{E4710605-597E-A8E6-D792-86A1AAC39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5326" y="1939010"/>
            <a:ext cx="1708150" cy="170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CD16106-5382-0390-4679-01B737EA3B1F}"/>
              </a:ext>
            </a:extLst>
          </p:cNvPr>
          <p:cNvGrpSpPr/>
          <p:nvPr/>
        </p:nvGrpSpPr>
        <p:grpSpPr>
          <a:xfrm>
            <a:off x="9579681" y="2163719"/>
            <a:ext cx="2355273" cy="1258732"/>
            <a:chOff x="7980218" y="2301078"/>
            <a:chExt cx="2355273" cy="1258732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5DCD0389-0749-36C9-A24E-F8A0A6507BA3}"/>
                </a:ext>
              </a:extLst>
            </p:cNvPr>
            <p:cNvSpPr/>
            <p:nvPr/>
          </p:nvSpPr>
          <p:spPr>
            <a:xfrm>
              <a:off x="7980218" y="2301078"/>
              <a:ext cx="2355273" cy="125873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30" name="Picture 6" descr="Icon Request: fa-javascript OR fa-js · Issue #11419 ·  FortAwesome/Font-Awesome · GitHub">
              <a:extLst>
                <a:ext uri="{FF2B5EF4-FFF2-40B4-BE49-F238E27FC236}">
                  <a16:creationId xmlns:a16="http://schemas.microsoft.com/office/drawing/2014/main" id="{EC48FE07-767F-305F-CD7D-9CF26E819C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2960" y="2347514"/>
              <a:ext cx="1989788" cy="11658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F8650FBA-5981-769F-CBEC-E8D0DCD6EE71}"/>
              </a:ext>
            </a:extLst>
          </p:cNvPr>
          <p:cNvCxnSpPr>
            <a:cxnSpLocks/>
            <a:endCxn id="1026" idx="1"/>
          </p:cNvCxnSpPr>
          <p:nvPr/>
        </p:nvCxnSpPr>
        <p:spPr>
          <a:xfrm rot="5400000" flipH="1" flipV="1">
            <a:off x="6320235" y="3425270"/>
            <a:ext cx="2067276" cy="802906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05DACC-8883-D22F-FA40-3C04D2A84AFC}"/>
              </a:ext>
            </a:extLst>
          </p:cNvPr>
          <p:cNvCxnSpPr>
            <a:cxnSpLocks/>
          </p:cNvCxnSpPr>
          <p:nvPr/>
        </p:nvCxnSpPr>
        <p:spPr>
          <a:xfrm>
            <a:off x="6080064" y="1630218"/>
            <a:ext cx="15936" cy="457676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401D805-B716-3E16-67EA-9D6F5462FAA4}"/>
              </a:ext>
            </a:extLst>
          </p:cNvPr>
          <p:cNvGrpSpPr/>
          <p:nvPr/>
        </p:nvGrpSpPr>
        <p:grpSpPr>
          <a:xfrm>
            <a:off x="6333529" y="5067772"/>
            <a:ext cx="1291423" cy="1258733"/>
            <a:chOff x="7684241" y="4501235"/>
            <a:chExt cx="1291423" cy="1258733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053F8234-5D37-9AFF-2C5D-06C8D5D6AB62}"/>
                </a:ext>
              </a:extLst>
            </p:cNvPr>
            <p:cNvSpPr/>
            <p:nvPr/>
          </p:nvSpPr>
          <p:spPr>
            <a:xfrm>
              <a:off x="7684241" y="4501235"/>
              <a:ext cx="1291423" cy="1258733"/>
            </a:xfrm>
            <a:prstGeom prst="roundRect">
              <a:avLst/>
            </a:prstGeom>
            <a:solidFill>
              <a:srgbClr val="F1652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2" descr="Car door - Free transportation icons">
              <a:extLst>
                <a:ext uri="{FF2B5EF4-FFF2-40B4-BE49-F238E27FC236}">
                  <a16:creationId xmlns:a16="http://schemas.microsoft.com/office/drawing/2014/main" id="{561AED67-0F8B-6405-13EE-FD30B6457D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59571" y="4642464"/>
              <a:ext cx="976274" cy="9762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" name="Title 1">
            <a:extLst>
              <a:ext uri="{FF2B5EF4-FFF2-40B4-BE49-F238E27FC236}">
                <a16:creationId xmlns:a16="http://schemas.microsoft.com/office/drawing/2014/main" id="{6B081014-BDAA-DF29-E017-4332B83158B4}"/>
              </a:ext>
            </a:extLst>
          </p:cNvPr>
          <p:cNvSpPr txBox="1">
            <a:spLocks/>
          </p:cNvSpPr>
          <p:nvPr/>
        </p:nvSpPr>
        <p:spPr>
          <a:xfrm>
            <a:off x="439789" y="2163719"/>
            <a:ext cx="1379809" cy="10100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b="1" kern="1200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7200" dirty="0"/>
              <a:t>🤖</a:t>
            </a:r>
          </a:p>
        </p:txBody>
      </p:sp>
      <p:pic>
        <p:nvPicPr>
          <p:cNvPr id="18" name="Picture 17" descr="A close-up of a document&#10;&#10;AI-generated content may be incorrect.">
            <a:extLst>
              <a:ext uri="{FF2B5EF4-FFF2-40B4-BE49-F238E27FC236}">
                <a16:creationId xmlns:a16="http://schemas.microsoft.com/office/drawing/2014/main" id="{2B67D8ED-D695-C510-8D30-AFD376071C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1057" y="1788611"/>
            <a:ext cx="2971800" cy="1760220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0228D531-5ADD-1941-1462-15CD01E7D432}"/>
              </a:ext>
            </a:extLst>
          </p:cNvPr>
          <p:cNvSpPr/>
          <p:nvPr/>
        </p:nvSpPr>
        <p:spPr>
          <a:xfrm>
            <a:off x="4918485" y="1704586"/>
            <a:ext cx="459133" cy="45913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3F0F356-0C66-39A8-9361-8DAE767EF703}"/>
              </a:ext>
            </a:extLst>
          </p:cNvPr>
          <p:cNvGrpSpPr/>
          <p:nvPr/>
        </p:nvGrpSpPr>
        <p:grpSpPr>
          <a:xfrm>
            <a:off x="987034" y="4165601"/>
            <a:ext cx="4390273" cy="2239312"/>
            <a:chOff x="987034" y="4461617"/>
            <a:chExt cx="4390273" cy="2239312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9483246A-75F1-DA54-BE52-B404D27B4E23}"/>
                </a:ext>
              </a:extLst>
            </p:cNvPr>
            <p:cNvSpPr/>
            <p:nvPr/>
          </p:nvSpPr>
          <p:spPr>
            <a:xfrm>
              <a:off x="987034" y="4461617"/>
              <a:ext cx="1728224" cy="1032387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ptos" panose="020B0004020202020204" pitchFamily="34" charset="0"/>
                </a:rPr>
                <a:t>3-5 </a:t>
              </a:r>
              <a:r>
                <a:rPr lang="en-US" dirty="0" err="1">
                  <a:solidFill>
                    <a:schemeClr val="tx1"/>
                  </a:solidFill>
                  <a:latin typeface="Aptos" panose="020B0004020202020204" pitchFamily="34" charset="0"/>
                </a:rPr>
                <a:t>segundos</a:t>
              </a:r>
              <a:r>
                <a:rPr lang="en-US" dirty="0">
                  <a:solidFill>
                    <a:schemeClr val="tx1"/>
                  </a:solidFill>
                  <a:latin typeface="Aptos" panose="020B0004020202020204" pitchFamily="34" charset="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Aptos" panose="020B0004020202020204" pitchFamily="34" charset="0"/>
                </a:rPr>
                <a:t>por</a:t>
              </a:r>
              <a:r>
                <a:rPr lang="en-US" dirty="0">
                  <a:solidFill>
                    <a:schemeClr val="tx1"/>
                  </a:solidFill>
                  <a:latin typeface="Aptos" panose="020B0004020202020204" pitchFamily="34" charset="0"/>
                </a:rPr>
                <a:t> CC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7A186352-4727-52EA-25D9-097ECC926C0B}"/>
                </a:ext>
              </a:extLst>
            </p:cNvPr>
            <p:cNvSpPr/>
            <p:nvPr/>
          </p:nvSpPr>
          <p:spPr>
            <a:xfrm>
              <a:off x="3649083" y="4461618"/>
              <a:ext cx="1728224" cy="1032387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ptos" panose="020B0004020202020204" pitchFamily="34" charset="0"/>
                </a:rPr>
                <a:t>10,000 CC</a:t>
              </a:r>
            </a:p>
          </p:txBody>
        </p:sp>
        <p:sp>
          <p:nvSpPr>
            <p:cNvPr id="23" name="Multiply 22">
              <a:extLst>
                <a:ext uri="{FF2B5EF4-FFF2-40B4-BE49-F238E27FC236}">
                  <a16:creationId xmlns:a16="http://schemas.microsoft.com/office/drawing/2014/main" id="{B5A489DF-D088-C59A-6AC4-BFFB66F3FB5C}"/>
                </a:ext>
              </a:extLst>
            </p:cNvPr>
            <p:cNvSpPr/>
            <p:nvPr/>
          </p:nvSpPr>
          <p:spPr>
            <a:xfrm>
              <a:off x="2945756" y="4748751"/>
              <a:ext cx="471948" cy="471948"/>
            </a:xfrm>
            <a:prstGeom prst="mathMultiply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0E8CB3E6-E720-8656-6781-4B7D67E5DC9C}"/>
                </a:ext>
              </a:extLst>
            </p:cNvPr>
            <p:cNvSpPr/>
            <p:nvPr/>
          </p:nvSpPr>
          <p:spPr>
            <a:xfrm>
              <a:off x="2317618" y="5668542"/>
              <a:ext cx="1728224" cy="1032387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Aptos" panose="020B0004020202020204" pitchFamily="34" charset="0"/>
                </a:rPr>
                <a:t>~40,000 seg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  <a:latin typeface="Aptos" panose="020B0004020202020204" pitchFamily="34" charset="0"/>
                </a:rPr>
                <a:t>~11 horas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A9A8CDF-7ABB-E008-6C85-1E53625BCC7A}"/>
              </a:ext>
            </a:extLst>
          </p:cNvPr>
          <p:cNvGrpSpPr/>
          <p:nvPr/>
        </p:nvGrpSpPr>
        <p:grpSpPr>
          <a:xfrm>
            <a:off x="7615037" y="3948116"/>
            <a:ext cx="4390273" cy="2239312"/>
            <a:chOff x="987034" y="4461617"/>
            <a:chExt cx="4390273" cy="2239312"/>
          </a:xfrm>
        </p:grpSpPr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8432A88A-3DF9-6CC1-7F59-0569B76A0B6C}"/>
                </a:ext>
              </a:extLst>
            </p:cNvPr>
            <p:cNvSpPr/>
            <p:nvPr/>
          </p:nvSpPr>
          <p:spPr>
            <a:xfrm>
              <a:off x="987034" y="4461617"/>
              <a:ext cx="1728224" cy="1032387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ptos" panose="020B0004020202020204" pitchFamily="34" charset="0"/>
                </a:rPr>
                <a:t>1 </a:t>
              </a:r>
              <a:r>
                <a:rPr lang="en-US" dirty="0" err="1">
                  <a:solidFill>
                    <a:schemeClr val="tx1"/>
                  </a:solidFill>
                  <a:latin typeface="Aptos" panose="020B0004020202020204" pitchFamily="34" charset="0"/>
                </a:rPr>
                <a:t>segundo</a:t>
              </a:r>
              <a:r>
                <a:rPr lang="en-US" dirty="0">
                  <a:solidFill>
                    <a:schemeClr val="tx1"/>
                  </a:solidFill>
                  <a:latin typeface="Aptos" panose="020B0004020202020204" pitchFamily="34" charset="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Aptos" panose="020B0004020202020204" pitchFamily="34" charset="0"/>
                </a:rPr>
                <a:t>por</a:t>
              </a:r>
              <a:r>
                <a:rPr lang="en-US" dirty="0">
                  <a:solidFill>
                    <a:schemeClr val="tx1"/>
                  </a:solidFill>
                  <a:latin typeface="Aptos" panose="020B0004020202020204" pitchFamily="34" charset="0"/>
                </a:rPr>
                <a:t> CC</a:t>
              </a: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FE792EFB-86C3-16A8-D322-60DC8219CB60}"/>
                </a:ext>
              </a:extLst>
            </p:cNvPr>
            <p:cNvSpPr/>
            <p:nvPr/>
          </p:nvSpPr>
          <p:spPr>
            <a:xfrm>
              <a:off x="3649083" y="4461618"/>
              <a:ext cx="1728224" cy="1032387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ptos" panose="020B0004020202020204" pitchFamily="34" charset="0"/>
                </a:rPr>
                <a:t>10,000 CC</a:t>
              </a:r>
            </a:p>
          </p:txBody>
        </p:sp>
        <p:sp>
          <p:nvSpPr>
            <p:cNvPr id="29" name="Multiply 28">
              <a:extLst>
                <a:ext uri="{FF2B5EF4-FFF2-40B4-BE49-F238E27FC236}">
                  <a16:creationId xmlns:a16="http://schemas.microsoft.com/office/drawing/2014/main" id="{62A9E9F2-5932-BEC1-53D1-87BA600571D5}"/>
                </a:ext>
              </a:extLst>
            </p:cNvPr>
            <p:cNvSpPr/>
            <p:nvPr/>
          </p:nvSpPr>
          <p:spPr>
            <a:xfrm>
              <a:off x="2945756" y="4748751"/>
              <a:ext cx="471948" cy="471948"/>
            </a:xfrm>
            <a:prstGeom prst="mathMultiply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E6F83DC1-E4E6-1F21-2FEB-8CD222676993}"/>
                </a:ext>
              </a:extLst>
            </p:cNvPr>
            <p:cNvSpPr/>
            <p:nvPr/>
          </p:nvSpPr>
          <p:spPr>
            <a:xfrm>
              <a:off x="2317618" y="5668542"/>
              <a:ext cx="1728224" cy="1032387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Aptos" panose="020B0004020202020204" pitchFamily="34" charset="0"/>
                </a:rPr>
                <a:t>~10,000 seg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  <a:latin typeface="Aptos" panose="020B0004020202020204" pitchFamily="34" charset="0"/>
                </a:rPr>
                <a:t>~3 horas</a:t>
              </a:r>
            </a:p>
          </p:txBody>
        </p:sp>
      </p:grpSp>
      <p:pic>
        <p:nvPicPr>
          <p:cNvPr id="32" name="Picture 6" descr="Database DB icon SVG Vector &amp; PNG Free Download | UXWing">
            <a:extLst>
              <a:ext uri="{FF2B5EF4-FFF2-40B4-BE49-F238E27FC236}">
                <a16:creationId xmlns:a16="http://schemas.microsoft.com/office/drawing/2014/main" id="{04AD1812-935E-5F54-DD6F-9842DDE0F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9536" y="559233"/>
            <a:ext cx="1135562" cy="1374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518B105B-952E-19CC-E328-E98FFEF8CF14}"/>
              </a:ext>
            </a:extLst>
          </p:cNvPr>
          <p:cNvCxnSpPr>
            <a:cxnSpLocks/>
            <a:endCxn id="32" idx="1"/>
          </p:cNvCxnSpPr>
          <p:nvPr/>
        </p:nvCxnSpPr>
        <p:spPr>
          <a:xfrm flipV="1">
            <a:off x="8633434" y="1246693"/>
            <a:ext cx="1556102" cy="669308"/>
          </a:xfrm>
          <a:prstGeom prst="bentConnector3">
            <a:avLst>
              <a:gd name="adj1" fmla="val 716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4" name="Picture 2" descr="Spreadsheet - Free computer icons">
            <a:extLst>
              <a:ext uri="{FF2B5EF4-FFF2-40B4-BE49-F238E27FC236}">
                <a16:creationId xmlns:a16="http://schemas.microsoft.com/office/drawing/2014/main" id="{45C34606-8D06-6F8A-F773-685119FE8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5326" y="5231136"/>
            <a:ext cx="932004" cy="932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3465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UofWaterloo_WhiteBkgrd">
  <a:themeElements>
    <a:clrScheme name="UWaterloo">
      <a:dk1>
        <a:sysClr val="windowText" lastClr="000000"/>
      </a:dk1>
      <a:lt1>
        <a:sysClr val="window" lastClr="FFFFFF"/>
      </a:lt1>
      <a:dk2>
        <a:srgbClr val="787878"/>
      </a:dk2>
      <a:lt2>
        <a:srgbClr val="DFDFDF"/>
      </a:lt2>
      <a:accent1>
        <a:srgbClr val="F2EDA8"/>
      </a:accent1>
      <a:accent2>
        <a:srgbClr val="FAE100"/>
      </a:accent2>
      <a:accent3>
        <a:srgbClr val="FED34C"/>
      </a:accent3>
      <a:accent4>
        <a:srgbClr val="EBAB00"/>
      </a:accent4>
      <a:accent5>
        <a:srgbClr val="BB0F33"/>
      </a:accent5>
      <a:accent6>
        <a:srgbClr val="A2A2A2"/>
      </a:accent6>
      <a:hlink>
        <a:srgbClr val="000000"/>
      </a:hlink>
      <a:folHlink>
        <a:srgbClr val="000000"/>
      </a:folHlink>
    </a:clrScheme>
    <a:fontScheme name="Custom 1">
      <a:majorFont>
        <a:latin typeface="Barlow Condensed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aterloo_powerpoint_template_16-9_widescreen" id="{E4282101-675F-A445-8F53-64115176576B}" vid="{FE1396AD-CDE7-C040-8CC2-F51B417BF6C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23a5a87-f39a-4a22-9247-3fc240c01396}" enabled="0" method="" siteId="{723a5a87-f39a-4a22-9247-3fc240c0139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66</Words>
  <Application>Microsoft Macintosh PowerPoint</Application>
  <PresentationFormat>Widescreen</PresentationFormat>
  <Paragraphs>29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Arial</vt:lpstr>
      <vt:lpstr>Barlow Condensed</vt:lpstr>
      <vt:lpstr>Georgia</vt:lpstr>
      <vt:lpstr>Verdana</vt:lpstr>
      <vt:lpstr>Wingdings</vt:lpstr>
      <vt:lpstr>UofWaterloo_WhiteBkgrd</vt:lpstr>
      <vt:lpstr>Web Scraping 101</vt:lpstr>
      <vt:lpstr>Cómo funciona internet?</vt:lpstr>
      <vt:lpstr>Cómo funciona internet?</vt:lpstr>
      <vt:lpstr>Cómo funciona internet?</vt:lpstr>
      <vt:lpstr>Cómo hacer el Web Scraping?</vt:lpstr>
      <vt:lpstr>Cómo hacer el Web Scraping?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Gomez Tobon</dc:creator>
  <cp:lastModifiedBy>Lucas Gomez Tobon</cp:lastModifiedBy>
  <cp:revision>32</cp:revision>
  <dcterms:created xsi:type="dcterms:W3CDTF">2025-01-25T22:11:42Z</dcterms:created>
  <dcterms:modified xsi:type="dcterms:W3CDTF">2025-04-21T21:44:16Z</dcterms:modified>
</cp:coreProperties>
</file>