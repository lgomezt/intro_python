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9" r:id="rId13"/>
    <p:sldId id="280" r:id="rId14"/>
    <p:sldId id="281" r:id="rId15"/>
    <p:sldId id="278" r:id="rId16"/>
    <p:sldId id="282" r:id="rId17"/>
    <p:sldId id="266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8"/>
    <a:srgbClr val="34C759"/>
    <a:srgbClr val="0171E3"/>
    <a:srgbClr val="DCDC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CDE647-41EB-EC4B-A60B-664C5B128EE4}" v="30" dt="2026-02-23T17:26:50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 Gomez Tobon" userId="b8a6d8fe-e4ad-4825-8cc6-ab3fedc37e7a" providerId="ADAL" clId="{4AAD9D12-5885-5C26-872B-337B4A3B5076}"/>
    <pc:docChg chg="undo custSel addSld delSld modSld sldOrd">
      <pc:chgData name="Lucas  Gomez Tobon" userId="b8a6d8fe-e4ad-4825-8cc6-ab3fedc37e7a" providerId="ADAL" clId="{4AAD9D12-5885-5C26-872B-337B4A3B5076}" dt="2026-02-23T17:27:27.499" v="360" actId="1076"/>
      <pc:docMkLst>
        <pc:docMk/>
      </pc:docMkLst>
      <pc:sldChg chg="addSp delSp modSp mod setBg">
        <pc:chgData name="Lucas  Gomez Tobon" userId="b8a6d8fe-e4ad-4825-8cc6-ab3fedc37e7a" providerId="ADAL" clId="{4AAD9D12-5885-5C26-872B-337B4A3B5076}" dt="2026-02-23T16:56:32.188" v="16" actId="207"/>
        <pc:sldMkLst>
          <pc:docMk/>
          <pc:sldMk cId="0" sldId="256"/>
        </pc:sldMkLst>
        <pc:spChg chg="del">
          <ac:chgData name="Lucas  Gomez Tobon" userId="b8a6d8fe-e4ad-4825-8cc6-ab3fedc37e7a" providerId="ADAL" clId="{4AAD9D12-5885-5C26-872B-337B4A3B5076}" dt="2026-02-23T16:56:12.580" v="4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6:56:13.119" v="5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6:56:21.624" v="7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6:56:19.375" v="6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6:56:32.188" v="16" actId="207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Lucas  Gomez Tobon" userId="b8a6d8fe-e4ad-4825-8cc6-ab3fedc37e7a" providerId="ADAL" clId="{4AAD9D12-5885-5C26-872B-337B4A3B5076}" dt="2026-02-23T16:56:01.866" v="2"/>
          <ac:spMkLst>
            <pc:docMk/>
            <pc:sldMk cId="0" sldId="256"/>
            <ac:spMk id="7" creationId="{A502337A-551A-35C1-14BA-F4929BF76659}"/>
          </ac:spMkLst>
        </pc:spChg>
      </pc:sldChg>
      <pc:sldChg chg="modSp mod">
        <pc:chgData name="Lucas  Gomez Tobon" userId="b8a6d8fe-e4ad-4825-8cc6-ab3fedc37e7a" providerId="ADAL" clId="{4AAD9D12-5885-5C26-872B-337B4A3B5076}" dt="2026-02-23T16:57:14.907" v="53" actId="207"/>
        <pc:sldMkLst>
          <pc:docMk/>
          <pc:sldMk cId="0" sldId="257"/>
        </pc:sldMkLst>
        <pc:spChg chg="mod">
          <ac:chgData name="Lucas  Gomez Tobon" userId="b8a6d8fe-e4ad-4825-8cc6-ab3fedc37e7a" providerId="ADAL" clId="{4AAD9D12-5885-5C26-872B-337B4A3B5076}" dt="2026-02-23T16:56:44.786" v="36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6:57:03.528" v="47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6:57:14.907" v="53" actId="207"/>
          <ac:spMkLst>
            <pc:docMk/>
            <pc:sldMk cId="0" sldId="257"/>
            <ac:spMk id="15" creationId="{00000000-0000-0000-0000-000000000000}"/>
          </ac:spMkLst>
        </pc:spChg>
      </pc:sldChg>
      <pc:sldChg chg="delSp mod">
        <pc:chgData name="Lucas  Gomez Tobon" userId="b8a6d8fe-e4ad-4825-8cc6-ab3fedc37e7a" providerId="ADAL" clId="{4AAD9D12-5885-5C26-872B-337B4A3B5076}" dt="2026-02-23T16:57:24.114" v="55" actId="478"/>
        <pc:sldMkLst>
          <pc:docMk/>
          <pc:sldMk cId="0" sldId="259"/>
        </pc:sldMkLst>
        <pc:spChg chg="del">
          <ac:chgData name="Lucas  Gomez Tobon" userId="b8a6d8fe-e4ad-4825-8cc6-ab3fedc37e7a" providerId="ADAL" clId="{4AAD9D12-5885-5C26-872B-337B4A3B5076}" dt="2026-02-23T16:57:22.861" v="54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6:57:24.114" v="55" actId="478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Lucas  Gomez Tobon" userId="b8a6d8fe-e4ad-4825-8cc6-ab3fedc37e7a" providerId="ADAL" clId="{4AAD9D12-5885-5C26-872B-337B4A3B5076}" dt="2026-02-23T16:58:24.326" v="60" actId="208"/>
        <pc:sldMkLst>
          <pc:docMk/>
          <pc:sldMk cId="0" sldId="260"/>
        </pc:sldMkLst>
        <pc:spChg chg="mod">
          <ac:chgData name="Lucas  Gomez Tobon" userId="b8a6d8fe-e4ad-4825-8cc6-ab3fedc37e7a" providerId="ADAL" clId="{4AAD9D12-5885-5C26-872B-337B4A3B5076}" dt="2026-02-23T16:58:11.949" v="58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6:57:57.267" v="57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6:58:24.326" v="60" actId="208"/>
          <ac:spMkLst>
            <pc:docMk/>
            <pc:sldMk cId="0" sldId="260"/>
            <ac:spMk id="14" creationId="{00000000-0000-0000-0000-000000000000}"/>
          </ac:spMkLst>
        </pc:spChg>
      </pc:sldChg>
      <pc:sldChg chg="addSp delSp modSp mod">
        <pc:chgData name="Lucas  Gomez Tobon" userId="b8a6d8fe-e4ad-4825-8cc6-ab3fedc37e7a" providerId="ADAL" clId="{4AAD9D12-5885-5C26-872B-337B4A3B5076}" dt="2026-02-23T16:59:56.614" v="67"/>
        <pc:sldMkLst>
          <pc:docMk/>
          <pc:sldMk cId="0" sldId="266"/>
        </pc:sldMkLst>
        <pc:spChg chg="mod">
          <ac:chgData name="Lucas  Gomez Tobon" userId="b8a6d8fe-e4ad-4825-8cc6-ab3fedc37e7a" providerId="ADAL" clId="{4AAD9D12-5885-5C26-872B-337B4A3B5076}" dt="2026-02-23T16:59:41.001" v="62" actId="167"/>
          <ac:spMkLst>
            <pc:docMk/>
            <pc:sldMk cId="0" sldId="266"/>
            <ac:spMk id="7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6:59:54.162" v="65" actId="208"/>
          <ac:spMkLst>
            <pc:docMk/>
            <pc:sldMk cId="0" sldId="266"/>
            <ac:spMk id="15" creationId="{00000000-0000-0000-0000-000000000000}"/>
          </ac:spMkLst>
        </pc:spChg>
        <pc:spChg chg="add del mod">
          <ac:chgData name="Lucas  Gomez Tobon" userId="b8a6d8fe-e4ad-4825-8cc6-ab3fedc37e7a" providerId="ADAL" clId="{4AAD9D12-5885-5C26-872B-337B4A3B5076}" dt="2026-02-23T16:59:56.614" v="67"/>
          <ac:spMkLst>
            <pc:docMk/>
            <pc:sldMk cId="0" sldId="266"/>
            <ac:spMk id="19" creationId="{9781160C-B5CA-1ABE-F5BF-8CDCD46AFB80}"/>
          </ac:spMkLst>
        </pc:spChg>
      </pc:sldChg>
      <pc:sldChg chg="delSp modSp mod ord">
        <pc:chgData name="Lucas  Gomez Tobon" userId="b8a6d8fe-e4ad-4825-8cc6-ab3fedc37e7a" providerId="ADAL" clId="{4AAD9D12-5885-5C26-872B-337B4A3B5076}" dt="2026-02-23T17:07:06.859" v="136" actId="1582"/>
        <pc:sldMkLst>
          <pc:docMk/>
          <pc:sldMk cId="0" sldId="267"/>
        </pc:sldMkLst>
        <pc:spChg chg="mod">
          <ac:chgData name="Lucas  Gomez Tobon" userId="b8a6d8fe-e4ad-4825-8cc6-ab3fedc37e7a" providerId="ADAL" clId="{4AAD9D12-5885-5C26-872B-337B4A3B5076}" dt="2026-02-23T17:07:06.859" v="136" actId="1582"/>
          <ac:spMkLst>
            <pc:docMk/>
            <pc:sldMk cId="0" sldId="267"/>
            <ac:spMk id="4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7:01:11.779" v="85" actId="207"/>
          <ac:spMkLst>
            <pc:docMk/>
            <pc:sldMk cId="0" sldId="267"/>
            <ac:spMk id="5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7:01:26.309" v="88" actId="207"/>
          <ac:spMkLst>
            <pc:docMk/>
            <pc:sldMk cId="0" sldId="267"/>
            <ac:spMk id="13" creationId="{00000000-0000-0000-0000-000000000000}"/>
          </ac:spMkLst>
        </pc:spChg>
        <pc:spChg chg="del mod">
          <ac:chgData name="Lucas  Gomez Tobon" userId="b8a6d8fe-e4ad-4825-8cc6-ab3fedc37e7a" providerId="ADAL" clId="{4AAD9D12-5885-5C26-872B-337B4A3B5076}" dt="2026-02-23T17:00:46.649" v="81" actId="478"/>
          <ac:spMkLst>
            <pc:docMk/>
            <pc:sldMk cId="0" sldId="267"/>
            <ac:spMk id="14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7:00:28.053" v="76" actId="20577"/>
          <ac:spMkLst>
            <pc:docMk/>
            <pc:sldMk cId="0" sldId="267"/>
            <ac:spMk id="17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57.874" v="97" actId="478"/>
          <ac:spMkLst>
            <pc:docMk/>
            <pc:sldMk cId="0" sldId="267"/>
            <ac:spMk id="20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57.874" v="97" actId="478"/>
          <ac:spMkLst>
            <pc:docMk/>
            <pc:sldMk cId="0" sldId="267"/>
            <ac:spMk id="21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57.874" v="97" actId="478"/>
          <ac:spMkLst>
            <pc:docMk/>
            <pc:sldMk cId="0" sldId="267"/>
            <ac:spMk id="22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57.874" v="97" actId="478"/>
          <ac:spMkLst>
            <pc:docMk/>
            <pc:sldMk cId="0" sldId="267"/>
            <ac:spMk id="23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57.874" v="97" actId="478"/>
          <ac:spMkLst>
            <pc:docMk/>
            <pc:sldMk cId="0" sldId="267"/>
            <ac:spMk id="24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57.874" v="97" actId="478"/>
          <ac:spMkLst>
            <pc:docMk/>
            <pc:sldMk cId="0" sldId="267"/>
            <ac:spMk id="25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57.874" v="97" actId="478"/>
          <ac:spMkLst>
            <pc:docMk/>
            <pc:sldMk cId="0" sldId="267"/>
            <ac:spMk id="26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57.874" v="97" actId="478"/>
          <ac:spMkLst>
            <pc:docMk/>
            <pc:sldMk cId="0" sldId="267"/>
            <ac:spMk id="27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57.874" v="97" actId="478"/>
          <ac:spMkLst>
            <pc:docMk/>
            <pc:sldMk cId="0" sldId="267"/>
            <ac:spMk id="28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57.874" v="97" actId="478"/>
          <ac:spMkLst>
            <pc:docMk/>
            <pc:sldMk cId="0" sldId="267"/>
            <ac:spMk id="29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35.305" v="89" actId="478"/>
          <ac:spMkLst>
            <pc:docMk/>
            <pc:sldMk cId="0" sldId="267"/>
            <ac:spMk id="30" creationId="{00000000-0000-0000-0000-000000000000}"/>
          </ac:spMkLst>
        </pc:spChg>
        <pc:spChg chg="del mod">
          <ac:chgData name="Lucas  Gomez Tobon" userId="b8a6d8fe-e4ad-4825-8cc6-ab3fedc37e7a" providerId="ADAL" clId="{4AAD9D12-5885-5C26-872B-337B4A3B5076}" dt="2026-02-23T17:01:36.483" v="91" actId="478"/>
          <ac:spMkLst>
            <pc:docMk/>
            <pc:sldMk cId="0" sldId="267"/>
            <ac:spMk id="31" creationId="{00000000-0000-0000-0000-000000000000}"/>
          </ac:spMkLst>
        </pc:spChg>
        <pc:spChg chg="del mod">
          <ac:chgData name="Lucas  Gomez Tobon" userId="b8a6d8fe-e4ad-4825-8cc6-ab3fedc37e7a" providerId="ADAL" clId="{4AAD9D12-5885-5C26-872B-337B4A3B5076}" dt="2026-02-23T17:01:40.077" v="95" actId="478"/>
          <ac:spMkLst>
            <pc:docMk/>
            <pc:sldMk cId="0" sldId="267"/>
            <ac:spMk id="32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01:39.087" v="93" actId="478"/>
          <ac:spMkLst>
            <pc:docMk/>
            <pc:sldMk cId="0" sldId="267"/>
            <ac:spMk id="33" creationId="{00000000-0000-0000-0000-000000000000}"/>
          </ac:spMkLst>
        </pc:spChg>
      </pc:sldChg>
      <pc:sldChg chg="modSp mod">
        <pc:chgData name="Lucas  Gomez Tobon" userId="b8a6d8fe-e4ad-4825-8cc6-ab3fedc37e7a" providerId="ADAL" clId="{4AAD9D12-5885-5C26-872B-337B4A3B5076}" dt="2026-02-23T17:11:41.380" v="156" actId="108"/>
        <pc:sldMkLst>
          <pc:docMk/>
          <pc:sldMk cId="0" sldId="268"/>
        </pc:sldMkLst>
        <pc:spChg chg="mod">
          <ac:chgData name="Lucas  Gomez Tobon" userId="b8a6d8fe-e4ad-4825-8cc6-ab3fedc37e7a" providerId="ADAL" clId="{4AAD9D12-5885-5C26-872B-337B4A3B5076}" dt="2026-02-23T17:11:41.380" v="156" actId="108"/>
          <ac:spMkLst>
            <pc:docMk/>
            <pc:sldMk cId="0" sldId="268"/>
            <ac:spMk id="21" creationId="{00000000-0000-0000-0000-000000000000}"/>
          </ac:spMkLst>
        </pc:spChg>
      </pc:sldChg>
      <pc:sldChg chg="addSp delSp modSp mod">
        <pc:chgData name="Lucas  Gomez Tobon" userId="b8a6d8fe-e4ad-4825-8cc6-ab3fedc37e7a" providerId="ADAL" clId="{4AAD9D12-5885-5C26-872B-337B4A3B5076}" dt="2026-02-23T17:27:27.499" v="360" actId="1076"/>
        <pc:sldMkLst>
          <pc:docMk/>
          <pc:sldMk cId="0" sldId="269"/>
        </pc:sldMkLst>
        <pc:spChg chg="mod">
          <ac:chgData name="Lucas  Gomez Tobon" userId="b8a6d8fe-e4ad-4825-8cc6-ab3fedc37e7a" providerId="ADAL" clId="{4AAD9D12-5885-5C26-872B-337B4A3B5076}" dt="2026-02-23T17:17:32.155" v="1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7:25:20.394" v="356" actId="113"/>
          <ac:spMkLst>
            <pc:docMk/>
            <pc:sldMk cId="0" sldId="269"/>
            <ac:spMk id="3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17:49.778" v="178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17:49.778" v="178" actId="478"/>
          <ac:spMkLst>
            <pc:docMk/>
            <pc:sldMk cId="0" sldId="269"/>
            <ac:spMk id="10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17:49.778" v="178" actId="478"/>
          <ac:spMkLst>
            <pc:docMk/>
            <pc:sldMk cId="0" sldId="269"/>
            <ac:spMk id="13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17:49.778" v="178" actId="478"/>
          <ac:spMkLst>
            <pc:docMk/>
            <pc:sldMk cId="0" sldId="269"/>
            <ac:spMk id="16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17:49.778" v="178" actId="478"/>
          <ac:spMkLst>
            <pc:docMk/>
            <pc:sldMk cId="0" sldId="269"/>
            <ac:spMk id="24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17:49.778" v="178" actId="478"/>
          <ac:spMkLst>
            <pc:docMk/>
            <pc:sldMk cId="0" sldId="269"/>
            <ac:spMk id="27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17:49.778" v="178" actId="478"/>
          <ac:spMkLst>
            <pc:docMk/>
            <pc:sldMk cId="0" sldId="269"/>
            <ac:spMk id="30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17:49.778" v="178" actId="478"/>
          <ac:spMkLst>
            <pc:docMk/>
            <pc:sldMk cId="0" sldId="269"/>
            <ac:spMk id="33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17:49.778" v="178" actId="478"/>
          <ac:spMkLst>
            <pc:docMk/>
            <pc:sldMk cId="0" sldId="269"/>
            <ac:spMk id="36" creationId="{00000000-0000-0000-0000-000000000000}"/>
          </ac:spMkLst>
        </pc:spChg>
        <pc:spChg chg="del">
          <ac:chgData name="Lucas  Gomez Tobon" userId="b8a6d8fe-e4ad-4825-8cc6-ab3fedc37e7a" providerId="ADAL" clId="{4AAD9D12-5885-5C26-872B-337B4A3B5076}" dt="2026-02-23T17:17:49.778" v="178" actId="478"/>
          <ac:spMkLst>
            <pc:docMk/>
            <pc:sldMk cId="0" sldId="269"/>
            <ac:spMk id="47" creationId="{00000000-0000-0000-0000-000000000000}"/>
          </ac:spMkLst>
        </pc:spChg>
        <pc:spChg chg="add del mod">
          <ac:chgData name="Lucas  Gomez Tobon" userId="b8a6d8fe-e4ad-4825-8cc6-ab3fedc37e7a" providerId="ADAL" clId="{4AAD9D12-5885-5C26-872B-337B4A3B5076}" dt="2026-02-23T17:19:16.674" v="217" actId="478"/>
          <ac:spMkLst>
            <pc:docMk/>
            <pc:sldMk cId="0" sldId="269"/>
            <ac:spMk id="50" creationId="{8C6E9742-8A2B-119F-740F-F693BF2A04E2}"/>
          </ac:spMkLst>
        </pc:spChg>
        <pc:picChg chg="add mod">
          <ac:chgData name="Lucas  Gomez Tobon" userId="b8a6d8fe-e4ad-4825-8cc6-ab3fedc37e7a" providerId="ADAL" clId="{4AAD9D12-5885-5C26-872B-337B4A3B5076}" dt="2026-02-23T17:27:27.499" v="360" actId="1076"/>
          <ac:picMkLst>
            <pc:docMk/>
            <pc:sldMk cId="0" sldId="269"/>
            <ac:picMk id="51" creationId="{3C9E2133-646D-F238-891E-2A436E452090}"/>
          </ac:picMkLst>
        </pc:picChg>
      </pc:sldChg>
      <pc:sldChg chg="modSp mod">
        <pc:chgData name="Lucas  Gomez Tobon" userId="b8a6d8fe-e4ad-4825-8cc6-ab3fedc37e7a" providerId="ADAL" clId="{4AAD9D12-5885-5C26-872B-337B4A3B5076}" dt="2026-02-23T17:12:31.412" v="175" actId="1035"/>
        <pc:sldMkLst>
          <pc:docMk/>
          <pc:sldMk cId="0" sldId="275"/>
        </pc:sldMkLst>
        <pc:spChg chg="mod">
          <ac:chgData name="Lucas  Gomez Tobon" userId="b8a6d8fe-e4ad-4825-8cc6-ab3fedc37e7a" providerId="ADAL" clId="{4AAD9D12-5885-5C26-872B-337B4A3B5076}" dt="2026-02-23T17:12:31.412" v="175" actId="1035"/>
          <ac:spMkLst>
            <pc:docMk/>
            <pc:sldMk cId="0" sldId="275"/>
            <ac:spMk id="22" creationId="{00000000-0000-0000-0000-000000000000}"/>
          </ac:spMkLst>
        </pc:spChg>
        <pc:spChg chg="mod">
          <ac:chgData name="Lucas  Gomez Tobon" userId="b8a6d8fe-e4ad-4825-8cc6-ab3fedc37e7a" providerId="ADAL" clId="{4AAD9D12-5885-5C26-872B-337B4A3B5076}" dt="2026-02-23T17:12:31.412" v="175" actId="1035"/>
          <ac:spMkLst>
            <pc:docMk/>
            <pc:sldMk cId="0" sldId="275"/>
            <ac:spMk id="23" creationId="{00000000-0000-0000-0000-000000000000}"/>
          </ac:spMkLst>
        </pc:spChg>
      </pc:sldChg>
      <pc:sldChg chg="del">
        <pc:chgData name="Lucas  Gomez Tobon" userId="b8a6d8fe-e4ad-4825-8cc6-ab3fedc37e7a" providerId="ADAL" clId="{4AAD9D12-5885-5C26-872B-337B4A3B5076}" dt="2026-02-23T17:12:37.650" v="176" actId="2696"/>
        <pc:sldMkLst>
          <pc:docMk/>
          <pc:sldMk cId="0" sldId="277"/>
        </pc:sldMkLst>
      </pc:sldChg>
      <pc:sldChg chg="delSp modSp add mod setBg">
        <pc:chgData name="Lucas  Gomez Tobon" userId="b8a6d8fe-e4ad-4825-8cc6-ab3fedc37e7a" providerId="ADAL" clId="{4AAD9D12-5885-5C26-872B-337B4A3B5076}" dt="2026-02-23T17:08:07.727" v="148" actId="693"/>
        <pc:sldMkLst>
          <pc:docMk/>
          <pc:sldMk cId="2797130106" sldId="278"/>
        </pc:sldMkLst>
        <pc:spChg chg="mod">
          <ac:chgData name="Lucas  Gomez Tobon" userId="b8a6d8fe-e4ad-4825-8cc6-ab3fedc37e7a" providerId="ADAL" clId="{4AAD9D12-5885-5C26-872B-337B4A3B5076}" dt="2026-02-23T17:08:07.727" v="148" actId="693"/>
          <ac:spMkLst>
            <pc:docMk/>
            <pc:sldMk cId="2797130106" sldId="278"/>
            <ac:spMk id="12" creationId="{062B0959-07CE-5D1C-458A-0235AEAB573A}"/>
          </ac:spMkLst>
        </pc:spChg>
        <pc:spChg chg="del">
          <ac:chgData name="Lucas  Gomez Tobon" userId="b8a6d8fe-e4ad-4825-8cc6-ab3fedc37e7a" providerId="ADAL" clId="{4AAD9D12-5885-5C26-872B-337B4A3B5076}" dt="2026-02-23T17:04:34.886" v="124" actId="478"/>
          <ac:spMkLst>
            <pc:docMk/>
            <pc:sldMk cId="2797130106" sldId="278"/>
            <ac:spMk id="14" creationId="{8B1528E3-16DE-BE44-E5AC-58B761477524}"/>
          </ac:spMkLst>
        </pc:spChg>
        <pc:spChg chg="del mod">
          <ac:chgData name="Lucas  Gomez Tobon" userId="b8a6d8fe-e4ad-4825-8cc6-ab3fedc37e7a" providerId="ADAL" clId="{4AAD9D12-5885-5C26-872B-337B4A3B5076}" dt="2026-02-23T17:04:43.960" v="133" actId="478"/>
          <ac:spMkLst>
            <pc:docMk/>
            <pc:sldMk cId="2797130106" sldId="278"/>
            <ac:spMk id="28" creationId="{CC3439EF-F0EC-00B7-6213-45633EA1E921}"/>
          </ac:spMkLst>
        </pc:spChg>
        <pc:spChg chg="del">
          <ac:chgData name="Lucas  Gomez Tobon" userId="b8a6d8fe-e4ad-4825-8cc6-ab3fedc37e7a" providerId="ADAL" clId="{4AAD9D12-5885-5C26-872B-337B4A3B5076}" dt="2026-02-23T17:04:41.810" v="131" actId="478"/>
          <ac:spMkLst>
            <pc:docMk/>
            <pc:sldMk cId="2797130106" sldId="278"/>
            <ac:spMk id="29" creationId="{89F78428-8EEF-F864-4A56-E86AEB768BF9}"/>
          </ac:spMkLst>
        </pc:spChg>
        <pc:spChg chg="del">
          <ac:chgData name="Lucas  Gomez Tobon" userId="b8a6d8fe-e4ad-4825-8cc6-ab3fedc37e7a" providerId="ADAL" clId="{4AAD9D12-5885-5C26-872B-337B4A3B5076}" dt="2026-02-23T17:04:36.611" v="125" actId="478"/>
          <ac:spMkLst>
            <pc:docMk/>
            <pc:sldMk cId="2797130106" sldId="278"/>
            <ac:spMk id="30" creationId="{B4DD7357-75AF-A5FF-913D-9473B7DE7069}"/>
          </ac:spMkLst>
        </pc:spChg>
        <pc:spChg chg="del mod">
          <ac:chgData name="Lucas  Gomez Tobon" userId="b8a6d8fe-e4ad-4825-8cc6-ab3fedc37e7a" providerId="ADAL" clId="{4AAD9D12-5885-5C26-872B-337B4A3B5076}" dt="2026-02-23T17:04:38.213" v="127" actId="478"/>
          <ac:spMkLst>
            <pc:docMk/>
            <pc:sldMk cId="2797130106" sldId="278"/>
            <ac:spMk id="31" creationId="{718F359C-DEA0-4B5A-628D-2BB7A1A4CD47}"/>
          </ac:spMkLst>
        </pc:spChg>
        <pc:spChg chg="del">
          <ac:chgData name="Lucas  Gomez Tobon" userId="b8a6d8fe-e4ad-4825-8cc6-ab3fedc37e7a" providerId="ADAL" clId="{4AAD9D12-5885-5C26-872B-337B4A3B5076}" dt="2026-02-23T17:04:40.194" v="130" actId="478"/>
          <ac:spMkLst>
            <pc:docMk/>
            <pc:sldMk cId="2797130106" sldId="278"/>
            <ac:spMk id="32" creationId="{DEBCC93C-136C-5D99-D413-2451A79464E3}"/>
          </ac:spMkLst>
        </pc:spChg>
        <pc:spChg chg="del mod">
          <ac:chgData name="Lucas  Gomez Tobon" userId="b8a6d8fe-e4ad-4825-8cc6-ab3fedc37e7a" providerId="ADAL" clId="{4AAD9D12-5885-5C26-872B-337B4A3B5076}" dt="2026-02-23T17:04:39.164" v="129" actId="478"/>
          <ac:spMkLst>
            <pc:docMk/>
            <pc:sldMk cId="2797130106" sldId="278"/>
            <ac:spMk id="33" creationId="{BDE15853-E028-BA52-51C7-4CCCB7A7F82D}"/>
          </ac:spMkLst>
        </pc:spChg>
      </pc:sldChg>
      <pc:sldChg chg="delSp modSp add mod setBg">
        <pc:chgData name="Lucas  Gomez Tobon" userId="b8a6d8fe-e4ad-4825-8cc6-ab3fedc37e7a" providerId="ADAL" clId="{4AAD9D12-5885-5C26-872B-337B4A3B5076}" dt="2026-02-23T17:07:27.643" v="139" actId="1582"/>
        <pc:sldMkLst>
          <pc:docMk/>
          <pc:sldMk cId="839847479" sldId="279"/>
        </pc:sldMkLst>
        <pc:spChg chg="mod">
          <ac:chgData name="Lucas  Gomez Tobon" userId="b8a6d8fe-e4ad-4825-8cc6-ab3fedc37e7a" providerId="ADAL" clId="{4AAD9D12-5885-5C26-872B-337B4A3B5076}" dt="2026-02-23T17:02:32.532" v="105" actId="207"/>
          <ac:spMkLst>
            <pc:docMk/>
            <pc:sldMk cId="839847479" sldId="279"/>
            <ac:spMk id="4" creationId="{FCD89455-DADE-6C17-66CC-72AC1089AD07}"/>
          </ac:spMkLst>
        </pc:spChg>
        <pc:spChg chg="mod">
          <ac:chgData name="Lucas  Gomez Tobon" userId="b8a6d8fe-e4ad-4825-8cc6-ab3fedc37e7a" providerId="ADAL" clId="{4AAD9D12-5885-5C26-872B-337B4A3B5076}" dt="2026-02-23T17:02:35.556" v="107" actId="207"/>
          <ac:spMkLst>
            <pc:docMk/>
            <pc:sldMk cId="839847479" sldId="279"/>
            <ac:spMk id="5" creationId="{BF964447-A725-A17F-5C51-3A54F4241761}"/>
          </ac:spMkLst>
        </pc:spChg>
        <pc:spChg chg="mod">
          <ac:chgData name="Lucas  Gomez Tobon" userId="b8a6d8fe-e4ad-4825-8cc6-ab3fedc37e7a" providerId="ADAL" clId="{4AAD9D12-5885-5C26-872B-337B4A3B5076}" dt="2026-02-23T17:07:27.643" v="139" actId="1582"/>
          <ac:spMkLst>
            <pc:docMk/>
            <pc:sldMk cId="839847479" sldId="279"/>
            <ac:spMk id="7" creationId="{98B4D131-BDFB-7F24-96AF-876E119E1A66}"/>
          </ac:spMkLst>
        </pc:spChg>
        <pc:spChg chg="del">
          <ac:chgData name="Lucas  Gomez Tobon" userId="b8a6d8fe-e4ad-4825-8cc6-ab3fedc37e7a" providerId="ADAL" clId="{4AAD9D12-5885-5C26-872B-337B4A3B5076}" dt="2026-02-23T17:02:07.732" v="99" actId="478"/>
          <ac:spMkLst>
            <pc:docMk/>
            <pc:sldMk cId="839847479" sldId="279"/>
            <ac:spMk id="22" creationId="{D8AED6E8-3FF8-46BB-F8C7-7D6BD131F513}"/>
          </ac:spMkLst>
        </pc:spChg>
        <pc:spChg chg="del">
          <ac:chgData name="Lucas  Gomez Tobon" userId="b8a6d8fe-e4ad-4825-8cc6-ab3fedc37e7a" providerId="ADAL" clId="{4AAD9D12-5885-5C26-872B-337B4A3B5076}" dt="2026-02-23T17:02:07.732" v="99" actId="478"/>
          <ac:spMkLst>
            <pc:docMk/>
            <pc:sldMk cId="839847479" sldId="279"/>
            <ac:spMk id="23" creationId="{42835FF9-892F-9B39-9C5A-1F8D7B613C6C}"/>
          </ac:spMkLst>
        </pc:spChg>
        <pc:spChg chg="del">
          <ac:chgData name="Lucas  Gomez Tobon" userId="b8a6d8fe-e4ad-4825-8cc6-ab3fedc37e7a" providerId="ADAL" clId="{4AAD9D12-5885-5C26-872B-337B4A3B5076}" dt="2026-02-23T17:02:04.050" v="98" actId="478"/>
          <ac:spMkLst>
            <pc:docMk/>
            <pc:sldMk cId="839847479" sldId="279"/>
            <ac:spMk id="24" creationId="{1EFABA52-0200-1F58-CCFB-5C1B339601BC}"/>
          </ac:spMkLst>
        </pc:spChg>
        <pc:spChg chg="del">
          <ac:chgData name="Lucas  Gomez Tobon" userId="b8a6d8fe-e4ad-4825-8cc6-ab3fedc37e7a" providerId="ADAL" clId="{4AAD9D12-5885-5C26-872B-337B4A3B5076}" dt="2026-02-23T17:02:04.050" v="98" actId="478"/>
          <ac:spMkLst>
            <pc:docMk/>
            <pc:sldMk cId="839847479" sldId="279"/>
            <ac:spMk id="25" creationId="{8D25A3C3-BC74-D156-6BFF-A6FBC5A155B9}"/>
          </ac:spMkLst>
        </pc:spChg>
        <pc:spChg chg="del">
          <ac:chgData name="Lucas  Gomez Tobon" userId="b8a6d8fe-e4ad-4825-8cc6-ab3fedc37e7a" providerId="ADAL" clId="{4AAD9D12-5885-5C26-872B-337B4A3B5076}" dt="2026-02-23T17:02:04.050" v="98" actId="478"/>
          <ac:spMkLst>
            <pc:docMk/>
            <pc:sldMk cId="839847479" sldId="279"/>
            <ac:spMk id="26" creationId="{1E35A366-69BF-C72D-05BC-77F262A26765}"/>
          </ac:spMkLst>
        </pc:spChg>
        <pc:spChg chg="del">
          <ac:chgData name="Lucas  Gomez Tobon" userId="b8a6d8fe-e4ad-4825-8cc6-ab3fedc37e7a" providerId="ADAL" clId="{4AAD9D12-5885-5C26-872B-337B4A3B5076}" dt="2026-02-23T17:02:04.050" v="98" actId="478"/>
          <ac:spMkLst>
            <pc:docMk/>
            <pc:sldMk cId="839847479" sldId="279"/>
            <ac:spMk id="27" creationId="{6B8D4087-A39C-F4B6-4770-EF4E5120100E}"/>
          </ac:spMkLst>
        </pc:spChg>
        <pc:spChg chg="del">
          <ac:chgData name="Lucas  Gomez Tobon" userId="b8a6d8fe-e4ad-4825-8cc6-ab3fedc37e7a" providerId="ADAL" clId="{4AAD9D12-5885-5C26-872B-337B4A3B5076}" dt="2026-02-23T17:02:04.050" v="98" actId="478"/>
          <ac:spMkLst>
            <pc:docMk/>
            <pc:sldMk cId="839847479" sldId="279"/>
            <ac:spMk id="28" creationId="{0079F748-C209-CB30-7C32-3B9A840A7C5F}"/>
          </ac:spMkLst>
        </pc:spChg>
        <pc:spChg chg="del">
          <ac:chgData name="Lucas  Gomez Tobon" userId="b8a6d8fe-e4ad-4825-8cc6-ab3fedc37e7a" providerId="ADAL" clId="{4AAD9D12-5885-5C26-872B-337B4A3B5076}" dt="2026-02-23T17:02:04.050" v="98" actId="478"/>
          <ac:spMkLst>
            <pc:docMk/>
            <pc:sldMk cId="839847479" sldId="279"/>
            <ac:spMk id="29" creationId="{97CAEA36-D54A-9B3B-7CEA-118ADCDFA8AF}"/>
          </ac:spMkLst>
        </pc:spChg>
      </pc:sldChg>
      <pc:sldChg chg="addSp modSp add mod">
        <pc:chgData name="Lucas  Gomez Tobon" userId="b8a6d8fe-e4ad-4825-8cc6-ab3fedc37e7a" providerId="ADAL" clId="{4AAD9D12-5885-5C26-872B-337B4A3B5076}" dt="2026-02-23T17:07:36.376" v="142" actId="693"/>
        <pc:sldMkLst>
          <pc:docMk/>
          <pc:sldMk cId="120967206" sldId="280"/>
        </pc:sldMkLst>
        <pc:spChg chg="mod">
          <ac:chgData name="Lucas  Gomez Tobon" userId="b8a6d8fe-e4ad-4825-8cc6-ab3fedc37e7a" providerId="ADAL" clId="{4AAD9D12-5885-5C26-872B-337B4A3B5076}" dt="2026-02-23T17:03:53.731" v="120" actId="207"/>
          <ac:spMkLst>
            <pc:docMk/>
            <pc:sldMk cId="120967206" sldId="280"/>
            <ac:spMk id="7" creationId="{3065B986-7BD2-9C6E-7BDE-49DA315251BE}"/>
          </ac:spMkLst>
        </pc:spChg>
        <pc:spChg chg="mod">
          <ac:chgData name="Lucas  Gomez Tobon" userId="b8a6d8fe-e4ad-4825-8cc6-ab3fedc37e7a" providerId="ADAL" clId="{4AAD9D12-5885-5C26-872B-337B4A3B5076}" dt="2026-02-23T17:03:36.474" v="112" actId="207"/>
          <ac:spMkLst>
            <pc:docMk/>
            <pc:sldMk cId="120967206" sldId="280"/>
            <ac:spMk id="8" creationId="{2D950558-47EC-930B-91C0-431D2A0057E8}"/>
          </ac:spMkLst>
        </pc:spChg>
        <pc:spChg chg="mod">
          <ac:chgData name="Lucas  Gomez Tobon" userId="b8a6d8fe-e4ad-4825-8cc6-ab3fedc37e7a" providerId="ADAL" clId="{4AAD9D12-5885-5C26-872B-337B4A3B5076}" dt="2026-02-23T17:07:36.376" v="142" actId="693"/>
          <ac:spMkLst>
            <pc:docMk/>
            <pc:sldMk cId="120967206" sldId="280"/>
            <ac:spMk id="9" creationId="{048D3B1E-4842-FAAB-F3B5-526B5D081B53}"/>
          </ac:spMkLst>
        </pc:spChg>
        <pc:spChg chg="add mod">
          <ac:chgData name="Lucas  Gomez Tobon" userId="b8a6d8fe-e4ad-4825-8cc6-ab3fedc37e7a" providerId="ADAL" clId="{4AAD9D12-5885-5C26-872B-337B4A3B5076}" dt="2026-02-23T17:03:29.854" v="111"/>
          <ac:spMkLst>
            <pc:docMk/>
            <pc:sldMk cId="120967206" sldId="280"/>
            <ac:spMk id="14" creationId="{8C58E356-8939-4C2A-8993-563A2A1D130C}"/>
          </ac:spMkLst>
        </pc:spChg>
        <pc:spChg chg="add mod">
          <ac:chgData name="Lucas  Gomez Tobon" userId="b8a6d8fe-e4ad-4825-8cc6-ab3fedc37e7a" providerId="ADAL" clId="{4AAD9D12-5885-5C26-872B-337B4A3B5076}" dt="2026-02-23T17:03:29.854" v="111"/>
          <ac:spMkLst>
            <pc:docMk/>
            <pc:sldMk cId="120967206" sldId="280"/>
            <ac:spMk id="22" creationId="{9B79B2A2-DA06-1E27-9FA7-6FC94F03204B}"/>
          </ac:spMkLst>
        </pc:spChg>
        <pc:spChg chg="add mod">
          <ac:chgData name="Lucas  Gomez Tobon" userId="b8a6d8fe-e4ad-4825-8cc6-ab3fedc37e7a" providerId="ADAL" clId="{4AAD9D12-5885-5C26-872B-337B4A3B5076}" dt="2026-02-23T17:03:36.944" v="113"/>
          <ac:spMkLst>
            <pc:docMk/>
            <pc:sldMk cId="120967206" sldId="280"/>
            <ac:spMk id="23" creationId="{7A9C645F-EDC0-4DE5-522F-2C6B7A7F8000}"/>
          </ac:spMkLst>
        </pc:spChg>
        <pc:spChg chg="add mod">
          <ac:chgData name="Lucas  Gomez Tobon" userId="b8a6d8fe-e4ad-4825-8cc6-ab3fedc37e7a" providerId="ADAL" clId="{4AAD9D12-5885-5C26-872B-337B4A3B5076}" dt="2026-02-23T17:03:36.944" v="113"/>
          <ac:spMkLst>
            <pc:docMk/>
            <pc:sldMk cId="120967206" sldId="280"/>
            <ac:spMk id="24" creationId="{3F7782CF-AC31-3C2B-F9CF-46D7540DC6AD}"/>
          </ac:spMkLst>
        </pc:spChg>
        <pc:spChg chg="add mod">
          <ac:chgData name="Lucas  Gomez Tobon" userId="b8a6d8fe-e4ad-4825-8cc6-ab3fedc37e7a" providerId="ADAL" clId="{4AAD9D12-5885-5C26-872B-337B4A3B5076}" dt="2026-02-23T17:03:40.730" v="115"/>
          <ac:spMkLst>
            <pc:docMk/>
            <pc:sldMk cId="120967206" sldId="280"/>
            <ac:spMk id="25" creationId="{86D443C1-BA40-8514-EF05-7C7F66FB721B}"/>
          </ac:spMkLst>
        </pc:spChg>
        <pc:spChg chg="add mod">
          <ac:chgData name="Lucas  Gomez Tobon" userId="b8a6d8fe-e4ad-4825-8cc6-ab3fedc37e7a" providerId="ADAL" clId="{4AAD9D12-5885-5C26-872B-337B4A3B5076}" dt="2026-02-23T17:03:40.730" v="115"/>
          <ac:spMkLst>
            <pc:docMk/>
            <pc:sldMk cId="120967206" sldId="280"/>
            <ac:spMk id="26" creationId="{70AB8045-B978-3592-560E-30B2D36B75A1}"/>
          </ac:spMkLst>
        </pc:spChg>
      </pc:sldChg>
      <pc:sldChg chg="add del">
        <pc:chgData name="Lucas  Gomez Tobon" userId="b8a6d8fe-e4ad-4825-8cc6-ab3fedc37e7a" providerId="ADAL" clId="{4AAD9D12-5885-5C26-872B-337B4A3B5076}" dt="2026-02-23T17:03:23.079" v="109"/>
        <pc:sldMkLst>
          <pc:docMk/>
          <pc:sldMk cId="1464601361" sldId="280"/>
        </pc:sldMkLst>
      </pc:sldChg>
      <pc:sldChg chg="addSp modSp add mod">
        <pc:chgData name="Lucas  Gomez Tobon" userId="b8a6d8fe-e4ad-4825-8cc6-ab3fedc37e7a" providerId="ADAL" clId="{4AAD9D12-5885-5C26-872B-337B4A3B5076}" dt="2026-02-23T17:07:57.027" v="145" actId="693"/>
        <pc:sldMkLst>
          <pc:docMk/>
          <pc:sldMk cId="1533985746" sldId="281"/>
        </pc:sldMkLst>
        <pc:spChg chg="mod">
          <ac:chgData name="Lucas  Gomez Tobon" userId="b8a6d8fe-e4ad-4825-8cc6-ab3fedc37e7a" providerId="ADAL" clId="{4AAD9D12-5885-5C26-872B-337B4A3B5076}" dt="2026-02-23T17:07:57.027" v="145" actId="693"/>
          <ac:spMkLst>
            <pc:docMk/>
            <pc:sldMk cId="1533985746" sldId="281"/>
            <ac:spMk id="10" creationId="{C2AB6431-C7BA-7D0F-C3E0-A0D56D99D3F5}"/>
          </ac:spMkLst>
        </pc:spChg>
        <pc:spChg chg="add mod">
          <ac:chgData name="Lucas  Gomez Tobon" userId="b8a6d8fe-e4ad-4825-8cc6-ab3fedc37e7a" providerId="ADAL" clId="{4AAD9D12-5885-5C26-872B-337B4A3B5076}" dt="2026-02-23T17:04:14.255" v="122"/>
          <ac:spMkLst>
            <pc:docMk/>
            <pc:sldMk cId="1533985746" sldId="281"/>
            <ac:spMk id="23" creationId="{1FAA3FB0-B80D-B329-E2C0-6130A5847DAA}"/>
          </ac:spMkLst>
        </pc:spChg>
        <pc:spChg chg="add mod">
          <ac:chgData name="Lucas  Gomez Tobon" userId="b8a6d8fe-e4ad-4825-8cc6-ab3fedc37e7a" providerId="ADAL" clId="{4AAD9D12-5885-5C26-872B-337B4A3B5076}" dt="2026-02-23T17:04:14.255" v="122"/>
          <ac:spMkLst>
            <pc:docMk/>
            <pc:sldMk cId="1533985746" sldId="281"/>
            <ac:spMk id="24" creationId="{AFEE4467-B1A0-54BC-FB31-677ADDB85E05}"/>
          </ac:spMkLst>
        </pc:spChg>
      </pc:sldChg>
      <pc:sldChg chg="modSp add mod">
        <pc:chgData name="Lucas  Gomez Tobon" userId="b8a6d8fe-e4ad-4825-8cc6-ab3fedc37e7a" providerId="ADAL" clId="{4AAD9D12-5885-5C26-872B-337B4A3B5076}" dt="2026-02-23T17:08:23.520" v="155" actId="20577"/>
        <pc:sldMkLst>
          <pc:docMk/>
          <pc:sldMk cId="2787870350" sldId="282"/>
        </pc:sldMkLst>
        <pc:spChg chg="mod">
          <ac:chgData name="Lucas  Gomez Tobon" userId="b8a6d8fe-e4ad-4825-8cc6-ab3fedc37e7a" providerId="ADAL" clId="{4AAD9D12-5885-5C26-872B-337B4A3B5076}" dt="2026-02-23T17:08:23.520" v="155" actId="20577"/>
          <ac:spMkLst>
            <pc:docMk/>
            <pc:sldMk cId="2787870350" sldId="282"/>
            <ac:spMk id="14" creationId="{5A48517C-3879-16BB-DC66-2CF3A1EFCF71}"/>
          </ac:spMkLst>
        </pc:spChg>
        <pc:spChg chg="mod">
          <ac:chgData name="Lucas  Gomez Tobon" userId="b8a6d8fe-e4ad-4825-8cc6-ab3fedc37e7a" providerId="ADAL" clId="{4AAD9D12-5885-5C26-872B-337B4A3B5076}" dt="2026-02-23T17:08:20.327" v="151" actId="693"/>
          <ac:spMkLst>
            <pc:docMk/>
            <pc:sldMk cId="2787870350" sldId="282"/>
            <ac:spMk id="16" creationId="{2E100C1A-1B23-1E63-0A66-A5B2F4AFD3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58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4C137-1D89-93E7-72EC-87E0B3BBB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A4646-D5B9-9468-6739-79853C2D5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AB8ED-C4C3-AFA8-75E0-FD9535AE9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7C79E-007C-E7B7-BA2A-C5D9870F4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85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AE83-038F-9937-DE44-2D7B5A2E8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B7ED4-7BD4-C568-E4B3-E8F9CCC22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7D776-5BF7-2A47-BCD5-F0105DB7F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F9EDB-36EC-1B31-8102-F0FAC96DD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81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EB3E3-A1E7-09A1-4951-6A24EAF40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BBA155-A7D4-4288-F76A-74981672D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E6160-7959-D715-DD86-F380A2B8A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360F1-E7C9-3003-A68B-0D6C17DD7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095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5264-8826-6B0E-0594-330D6685D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AD2F8-A971-713E-FB8F-56D641542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3F33C-55BD-3717-A075-D5431EB95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708C5-7728-A5F0-5DCA-2FF14B6B5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19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EB5D7-A187-17C0-ECC5-0F55C83B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78580-66C5-A41B-9E28-BDCA30D1C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955FD-20CE-1FF6-C93E-AE54A96E4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45D22-4E67-90B6-98E7-E3BF5911E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00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share/368e7c6e6d21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 y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Clase 4  ·  Taller de Programación en Python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Lucas Gómez Tobón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D1D1F"/>
                </a:solidFill>
                <a:latin typeface="Trebuchet MS" pitchFamily="34" charset="0"/>
              </a:rPr>
              <a:t>Tópicos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514600" cy="2560320"/>
          </a:xfrm>
          <a:prstGeom prst="roundRect">
            <a:avLst>
              <a:gd name="adj" fmla="val 5455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1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herramientas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645920"/>
            <a:ext cx="2514600" cy="2560320"/>
          </a:xfrm>
          <a:prstGeom prst="roundRect">
            <a:avLst>
              <a:gd name="adj" fmla="val 5455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9476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4C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9476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94760" y="2880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paso a paso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resolver problemas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2514600" cy="2560320"/>
          </a:xfrm>
          <a:prstGeom prst="roundRect">
            <a:avLst>
              <a:gd name="adj" fmla="val 5455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F52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Recursión</a:t>
            </a:r>
            <a:r>
              <a:rPr lang="en-US" sz="20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que 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llaman a sí mismas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Los algoritmos son ideas, las funciones son la herramienta para implementarlas.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nuestras propias herramientas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una función?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1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Entradas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(parámetros)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1737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grados_celsius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2286000" cy="1828800"/>
          </a:xfrm>
          <a:prstGeom prst="roundRect">
            <a:avLst>
              <a:gd name="adj" fmla="val 7500"/>
            </a:avLst>
          </a:prstGeom>
          <a:solidFill>
            <a:srgbClr val="0071E3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celsius_a_fahrenheit()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°C × 9/5 + 32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675120" y="1645920"/>
            <a:ext cx="2011680" cy="1463040"/>
          </a:xfrm>
          <a:prstGeom prst="roundRect">
            <a:avLst>
              <a:gd name="adj" fmla="val 7500"/>
            </a:avLst>
          </a:prstGeom>
          <a:solidFill>
            <a:srgbClr val="E8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C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Salida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(return)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2468880"/>
            <a:ext cx="1828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8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grados_fahrenheit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crear funciones?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código  ·  Reducir errores  ·  Código más legible  ·  Combinar piezas simples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Anatomía de una función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300" dirty="0">
                <a:solidFill>
                  <a:srgbClr val="017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celsius_a_fahrenheit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(celsius):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"""Convierte Celsius a Fahrenheit."""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celsius * (9/5) + 32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0" y="1371600"/>
            <a:ext cx="292608" cy="292608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27648" y="1389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27648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clave para definir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1874520"/>
            <a:ext cx="292608" cy="292608"/>
          </a:xfrm>
          <a:prstGeom prst="ellipse">
            <a:avLst/>
          </a:prstGeom>
          <a:solidFill>
            <a:srgbClr val="0071E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27648" y="1892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27648" y="2130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Descriptivo, snake_case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377440"/>
            <a:ext cx="292608" cy="292608"/>
          </a:xfrm>
          <a:prstGeom prst="ellipse">
            <a:avLst/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27648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docstring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27648" y="2633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la función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2880360"/>
            <a:ext cx="292608" cy="29260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2898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cuerpo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31363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instrucciones que se ejecutan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3383280"/>
            <a:ext cx="292608" cy="292608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7648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3639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entrega al terminar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vs print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 las confusiones más comunes al comenzar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habla al humano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texto en la consola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se pierde tras mostrarse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usar después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doblar(5)  # None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0FF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C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habla al programa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6060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un valor al código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guardarse en variable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seguir operando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365760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C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doblar(5)  # 10 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Parámetros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Obligatorios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 pasarse siempre al llamar la función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f(capital, tiempo):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valor por defecto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Opcionales — se usa el default si se omiten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224028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f(capital, tasa=0.05):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7680960" cy="13716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1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Retornar múltiples valores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empaqueta varios returns en una tupla que puede desempaquetarse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7315200" cy="365760"/>
          </a:xfrm>
          <a:prstGeom prst="roundRect">
            <a:avLst>
              <a:gd name="adj" fmla="val 150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41330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min, max, prom = estadisticas_basicas(notas)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Composición de funciones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soluciones complejas combinando piezas simples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esta_aprobado()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C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contar_aprobados()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estadisticas_basicas()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8620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7220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71600" y="2834640"/>
            <a:ext cx="5943600" cy="914400"/>
          </a:xfrm>
          <a:prstGeom prst="roundRect">
            <a:avLst>
              <a:gd name="adj" fmla="val 12000"/>
            </a:avLst>
          </a:prstGeom>
          <a:solidFill>
            <a:srgbClr val="0071E3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reporte_curso(lista_notas)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función hace una sola cosa bien.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principal las ensambla.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antes de codificar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algoritmo?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secuencia finita, ordenada y precisa de pasos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resolver un problema.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03120"/>
            <a:ext cx="274320" cy="274320"/>
          </a:xfrm>
          <a:prstGeom prst="ellipse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queremos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"Necesito el valor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una lista"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57600" y="192024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86200" y="2103120"/>
            <a:ext cx="274320" cy="274320"/>
          </a:xfrm>
          <a:prstGeom prst="ellipse">
            <a:avLst/>
          </a:prstGeom>
          <a:solidFill>
            <a:srgbClr val="FF9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519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resolverlo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32004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77640" y="3246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"Recorro actualizando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ganador"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583680" y="192024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12280" y="2103120"/>
            <a:ext cx="274320" cy="274320"/>
          </a:xfrm>
          <a:prstGeom prst="ellipse">
            <a:avLst/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80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Python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320040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3720" y="3246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C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encontrar_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C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maximo(lista):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Algoritmo: Encontrar el máximo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temperaturas: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4C759"/>
          </a:solidFill>
          <a:ln w="19050">
            <a:solidFill>
              <a:srgbClr val="FF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18.2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96596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6596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28.7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1508760"/>
            <a:ext cx="1097280" cy="731520"/>
          </a:xfrm>
          <a:prstGeom prst="rect">
            <a:avLst/>
          </a:prstGeom>
          <a:solidFill>
            <a:srgbClr val="F5F5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35.3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037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037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a paso: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ganador = 18.2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8631C-84F0-EC39-5214-345A75A9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841C92-5C4D-4431-2654-93446CD2BA4A}"/>
              </a:ext>
            </a:extLst>
          </p:cNvPr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Algoritmo: Encontrar el máximo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2EAA48-954C-F655-FAA0-250C3DB80935}"/>
              </a:ext>
            </a:extLst>
          </p:cNvPr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temperaturas: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D89455-DADE-6C17-66CC-72AC1089AD07}"/>
              </a:ext>
            </a:extLst>
          </p:cNvPr>
          <p:cNvSpPr/>
          <p:nvPr/>
        </p:nvSpPr>
        <p:spPr>
          <a:xfrm>
            <a:off x="7315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964447-A725-A17F-5C51-3A54F4241761}"/>
              </a:ext>
            </a:extLst>
          </p:cNvPr>
          <p:cNvSpPr/>
          <p:nvPr/>
        </p:nvSpPr>
        <p:spPr>
          <a:xfrm>
            <a:off x="7315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18.2</a:t>
            </a:r>
            <a:endParaRPr lang="en-US" sz="1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47FFC0D-7F76-6D1F-AE39-831F74447EAE}"/>
              </a:ext>
            </a:extLst>
          </p:cNvPr>
          <p:cNvSpPr/>
          <p:nvPr/>
        </p:nvSpPr>
        <p:spPr>
          <a:xfrm>
            <a:off x="196596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B4D131-BDFB-7F24-96AF-876E119E1A66}"/>
              </a:ext>
            </a:extLst>
          </p:cNvPr>
          <p:cNvSpPr/>
          <p:nvPr/>
        </p:nvSpPr>
        <p:spPr>
          <a:xfrm>
            <a:off x="1965960" y="1508760"/>
            <a:ext cx="1097280" cy="731520"/>
          </a:xfrm>
          <a:prstGeom prst="rect">
            <a:avLst/>
          </a:prstGeom>
          <a:solidFill>
            <a:srgbClr val="34C759"/>
          </a:solidFill>
          <a:ln w="19050">
            <a:solidFill>
              <a:srgbClr val="FF00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475D7CC-3EA7-4B2C-6C8C-486952461D28}"/>
              </a:ext>
            </a:extLst>
          </p:cNvPr>
          <p:cNvSpPr/>
          <p:nvPr/>
        </p:nvSpPr>
        <p:spPr>
          <a:xfrm>
            <a:off x="320040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F659846-164E-00F4-D0B4-E90324239FF4}"/>
              </a:ext>
            </a:extLst>
          </p:cNvPr>
          <p:cNvSpPr/>
          <p:nvPr/>
        </p:nvSpPr>
        <p:spPr>
          <a:xfrm>
            <a:off x="320040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A76D33A-4819-1759-7BD3-67903D164AB0}"/>
              </a:ext>
            </a:extLst>
          </p:cNvPr>
          <p:cNvSpPr/>
          <p:nvPr/>
        </p:nvSpPr>
        <p:spPr>
          <a:xfrm>
            <a:off x="443484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8AB705D-BD03-2F39-CD00-5537CC1B27CA}"/>
              </a:ext>
            </a:extLst>
          </p:cNvPr>
          <p:cNvSpPr/>
          <p:nvPr/>
        </p:nvSpPr>
        <p:spPr>
          <a:xfrm>
            <a:off x="443484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28.7</a:t>
            </a:r>
            <a:endParaRPr lang="en-US" sz="1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A7C0B8E-AC78-9246-3474-8AE09069C1FE}"/>
              </a:ext>
            </a:extLst>
          </p:cNvPr>
          <p:cNvSpPr/>
          <p:nvPr/>
        </p:nvSpPr>
        <p:spPr>
          <a:xfrm>
            <a:off x="566928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53DD5BE-9796-8A13-3A23-EC556C7D8A9F}"/>
              </a:ext>
            </a:extLst>
          </p:cNvPr>
          <p:cNvSpPr/>
          <p:nvPr/>
        </p:nvSpPr>
        <p:spPr>
          <a:xfrm>
            <a:off x="5669280" y="1508760"/>
            <a:ext cx="1097280" cy="731520"/>
          </a:xfrm>
          <a:prstGeom prst="rect">
            <a:avLst/>
          </a:prstGeom>
          <a:solidFill>
            <a:srgbClr val="F5F5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35.3</a:t>
            </a:r>
            <a:endParaRPr lang="en-US" sz="1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067EA8F-FDB7-2DFD-6C3E-34ED0C47E9C9}"/>
              </a:ext>
            </a:extLst>
          </p:cNvPr>
          <p:cNvSpPr/>
          <p:nvPr/>
        </p:nvSpPr>
        <p:spPr>
          <a:xfrm>
            <a:off x="69037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A15F1EC-2D4F-6636-A84C-4524B5976FA3}"/>
              </a:ext>
            </a:extLst>
          </p:cNvPr>
          <p:cNvSpPr/>
          <p:nvPr/>
        </p:nvSpPr>
        <p:spPr>
          <a:xfrm>
            <a:off x="69037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29.8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D7EA897-3F8C-97B0-69F4-BCF753431C24}"/>
              </a:ext>
            </a:extLst>
          </p:cNvPr>
          <p:cNvSpPr/>
          <p:nvPr/>
        </p:nvSpPr>
        <p:spPr>
          <a:xfrm>
            <a:off x="7315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a paso: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89CC9AB-DC88-0104-E34C-682F2020FA7B}"/>
              </a:ext>
            </a:extLst>
          </p:cNvPr>
          <p:cNvSpPr/>
          <p:nvPr/>
        </p:nvSpPr>
        <p:spPr>
          <a:xfrm>
            <a:off x="91440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A03C09E-0B53-1EF6-ABCE-1C7550A4849D}"/>
              </a:ext>
            </a:extLst>
          </p:cNvPr>
          <p:cNvSpPr/>
          <p:nvPr/>
        </p:nvSpPr>
        <p:spPr>
          <a:xfrm>
            <a:off x="192024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ganador = 18.2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6E2CC54-307F-E19F-05BA-29A2DA717B56}"/>
              </a:ext>
            </a:extLst>
          </p:cNvPr>
          <p:cNvSpPr/>
          <p:nvPr/>
        </p:nvSpPr>
        <p:spPr>
          <a:xfrm>
            <a:off x="914400" y="3456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2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1A6AB8C-2885-B159-0815-F77D31169106}"/>
              </a:ext>
            </a:extLst>
          </p:cNvPr>
          <p:cNvSpPr/>
          <p:nvPr/>
        </p:nvSpPr>
        <p:spPr>
          <a:xfrm>
            <a:off x="1920240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 &gt; 18.2 → ganador = 25.4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39847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A8304-79AF-21B2-A194-FDF50847A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69B6AB-43D9-B401-9D52-C180B10F394E}"/>
              </a:ext>
            </a:extLst>
          </p:cNvPr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Algoritmo: Encontrar el máximo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CB487A-EE9A-05F7-E9CD-57587A36E8CF}"/>
              </a:ext>
            </a:extLst>
          </p:cNvPr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temperaturas: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2690050-D3CF-C617-6724-F2B2B87DB476}"/>
              </a:ext>
            </a:extLst>
          </p:cNvPr>
          <p:cNvSpPr/>
          <p:nvPr/>
        </p:nvSpPr>
        <p:spPr>
          <a:xfrm>
            <a:off x="7315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29AA06-4113-F85A-40E3-72D5C9F22FE8}"/>
              </a:ext>
            </a:extLst>
          </p:cNvPr>
          <p:cNvSpPr/>
          <p:nvPr/>
        </p:nvSpPr>
        <p:spPr>
          <a:xfrm>
            <a:off x="7315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18.2</a:t>
            </a:r>
            <a:endParaRPr lang="en-US" sz="1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B15B96B-F79C-F130-DEE2-CC0DE61771A3}"/>
              </a:ext>
            </a:extLst>
          </p:cNvPr>
          <p:cNvSpPr/>
          <p:nvPr/>
        </p:nvSpPr>
        <p:spPr>
          <a:xfrm>
            <a:off x="196596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65B986-7BD2-9C6E-7BDE-49DA315251BE}"/>
              </a:ext>
            </a:extLst>
          </p:cNvPr>
          <p:cNvSpPr/>
          <p:nvPr/>
        </p:nvSpPr>
        <p:spPr>
          <a:xfrm>
            <a:off x="1965960" y="1508760"/>
            <a:ext cx="1097280" cy="731520"/>
          </a:xfrm>
          <a:prstGeom prst="rect">
            <a:avLst/>
          </a:prstGeom>
          <a:solidFill>
            <a:srgbClr val="F5F5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25.4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D950558-47EC-930B-91C0-431D2A0057E8}"/>
              </a:ext>
            </a:extLst>
          </p:cNvPr>
          <p:cNvSpPr/>
          <p:nvPr/>
        </p:nvSpPr>
        <p:spPr>
          <a:xfrm>
            <a:off x="320040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8D3B1E-4842-FAAB-F3B5-526B5D081B53}"/>
              </a:ext>
            </a:extLst>
          </p:cNvPr>
          <p:cNvSpPr/>
          <p:nvPr/>
        </p:nvSpPr>
        <p:spPr>
          <a:xfrm>
            <a:off x="3200400" y="1508760"/>
            <a:ext cx="1097280" cy="731520"/>
          </a:xfrm>
          <a:prstGeom prst="rect">
            <a:avLst/>
          </a:prstGeom>
          <a:solidFill>
            <a:srgbClr val="34C759"/>
          </a:solidFill>
          <a:ln w="19050">
            <a:solidFill>
              <a:srgbClr val="FF00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BCEEED-E688-4282-4BA7-401B3FA1F747}"/>
              </a:ext>
            </a:extLst>
          </p:cNvPr>
          <p:cNvSpPr/>
          <p:nvPr/>
        </p:nvSpPr>
        <p:spPr>
          <a:xfrm>
            <a:off x="443484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DE65526-5461-0007-CAB0-3D489094CAF8}"/>
              </a:ext>
            </a:extLst>
          </p:cNvPr>
          <p:cNvSpPr/>
          <p:nvPr/>
        </p:nvSpPr>
        <p:spPr>
          <a:xfrm>
            <a:off x="443484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28.7</a:t>
            </a:r>
            <a:endParaRPr lang="en-US" sz="1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90E9382-0975-46E1-E6E0-FF7E03FAE29E}"/>
              </a:ext>
            </a:extLst>
          </p:cNvPr>
          <p:cNvSpPr/>
          <p:nvPr/>
        </p:nvSpPr>
        <p:spPr>
          <a:xfrm>
            <a:off x="566928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3ED4417-5758-9543-1782-9AF34F1F1A11}"/>
              </a:ext>
            </a:extLst>
          </p:cNvPr>
          <p:cNvSpPr/>
          <p:nvPr/>
        </p:nvSpPr>
        <p:spPr>
          <a:xfrm>
            <a:off x="5669280" y="1508760"/>
            <a:ext cx="1097280" cy="731520"/>
          </a:xfrm>
          <a:prstGeom prst="rect">
            <a:avLst/>
          </a:prstGeom>
          <a:solidFill>
            <a:srgbClr val="F5F5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35.3</a:t>
            </a:r>
            <a:endParaRPr lang="en-US" sz="1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346AA55-605D-2A06-DF61-639D702F0BDF}"/>
              </a:ext>
            </a:extLst>
          </p:cNvPr>
          <p:cNvSpPr/>
          <p:nvPr/>
        </p:nvSpPr>
        <p:spPr>
          <a:xfrm>
            <a:off x="69037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639906-4CAB-9C99-E55F-92667E0E21E3}"/>
              </a:ext>
            </a:extLst>
          </p:cNvPr>
          <p:cNvSpPr/>
          <p:nvPr/>
        </p:nvSpPr>
        <p:spPr>
          <a:xfrm>
            <a:off x="69037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29.8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59A8DA9-185C-BC45-1664-E0E58D9DC633}"/>
              </a:ext>
            </a:extLst>
          </p:cNvPr>
          <p:cNvSpPr/>
          <p:nvPr/>
        </p:nvSpPr>
        <p:spPr>
          <a:xfrm>
            <a:off x="7315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a paso: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4BFB6F-CE54-1A6A-40DA-FE8E8907EDDA}"/>
              </a:ext>
            </a:extLst>
          </p:cNvPr>
          <p:cNvSpPr/>
          <p:nvPr/>
        </p:nvSpPr>
        <p:spPr>
          <a:xfrm>
            <a:off x="91440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B7708CC-C1E2-FC57-EC6E-85FBC79926AA}"/>
              </a:ext>
            </a:extLst>
          </p:cNvPr>
          <p:cNvSpPr/>
          <p:nvPr/>
        </p:nvSpPr>
        <p:spPr>
          <a:xfrm>
            <a:off x="192024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ganador = 18.2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11485D8-025C-1A9C-C206-DFEE154D9E78}"/>
              </a:ext>
            </a:extLst>
          </p:cNvPr>
          <p:cNvSpPr/>
          <p:nvPr/>
        </p:nvSpPr>
        <p:spPr>
          <a:xfrm>
            <a:off x="914400" y="3456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2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0A4D0ED-1333-FC1D-56C9-86D5E4D46870}"/>
              </a:ext>
            </a:extLst>
          </p:cNvPr>
          <p:cNvSpPr/>
          <p:nvPr/>
        </p:nvSpPr>
        <p:spPr>
          <a:xfrm>
            <a:off x="1920240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 &gt; 18.2 → ganador = 25.4</a:t>
            </a:r>
            <a:endParaRPr lang="en-US" sz="1100" dirty="0"/>
          </a:p>
        </p:txBody>
      </p:sp>
      <p:sp>
        <p:nvSpPr>
          <p:cNvPr id="14" name="Text 20">
            <a:extLst>
              <a:ext uri="{FF2B5EF4-FFF2-40B4-BE49-F238E27FC236}">
                <a16:creationId xmlns:a16="http://schemas.microsoft.com/office/drawing/2014/main" id="{8C58E356-8939-4C2A-8993-563A2A1D130C}"/>
              </a:ext>
            </a:extLst>
          </p:cNvPr>
          <p:cNvSpPr/>
          <p:nvPr/>
        </p:nvSpPr>
        <p:spPr>
          <a:xfrm>
            <a:off x="914400" y="3758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3</a:t>
            </a:r>
            <a:endParaRPr lang="en-US" sz="10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9B79B2A2-DA06-1E27-9FA7-6FC94F03204B}"/>
              </a:ext>
            </a:extLst>
          </p:cNvPr>
          <p:cNvSpPr/>
          <p:nvPr/>
        </p:nvSpPr>
        <p:spPr>
          <a:xfrm>
            <a:off x="1920240" y="3758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31.0 &gt; 25.4 → ganador = 31.0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0967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6947-2544-899B-B2F9-AED59B6DE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A929B3-B447-B2E6-6A8F-6B818E4324C6}"/>
              </a:ext>
            </a:extLst>
          </p:cNvPr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Algoritmo: Encontrar el máximo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0182BD-1B55-A5C9-E334-552E97B8477B}"/>
              </a:ext>
            </a:extLst>
          </p:cNvPr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temperaturas: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AEE005-3627-3240-717D-F47400631031}"/>
              </a:ext>
            </a:extLst>
          </p:cNvPr>
          <p:cNvSpPr/>
          <p:nvPr/>
        </p:nvSpPr>
        <p:spPr>
          <a:xfrm>
            <a:off x="7315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12D5F7-33C3-2DA8-ED75-C198FAF0C9C5}"/>
              </a:ext>
            </a:extLst>
          </p:cNvPr>
          <p:cNvSpPr/>
          <p:nvPr/>
        </p:nvSpPr>
        <p:spPr>
          <a:xfrm>
            <a:off x="7315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18.2</a:t>
            </a:r>
            <a:endParaRPr lang="en-US" sz="1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8E2483C-7C97-950F-41F8-FBE2D6BA4944}"/>
              </a:ext>
            </a:extLst>
          </p:cNvPr>
          <p:cNvSpPr/>
          <p:nvPr/>
        </p:nvSpPr>
        <p:spPr>
          <a:xfrm>
            <a:off x="196596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464E42-B583-AAAB-159B-7446E5E78421}"/>
              </a:ext>
            </a:extLst>
          </p:cNvPr>
          <p:cNvSpPr/>
          <p:nvPr/>
        </p:nvSpPr>
        <p:spPr>
          <a:xfrm>
            <a:off x="1965960" y="1508760"/>
            <a:ext cx="1097280" cy="731520"/>
          </a:xfrm>
          <a:prstGeom prst="rect">
            <a:avLst/>
          </a:prstGeom>
          <a:solidFill>
            <a:srgbClr val="F5F5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25.4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1AB183C-FA87-1EB2-7FBD-E43A1DD57FC8}"/>
              </a:ext>
            </a:extLst>
          </p:cNvPr>
          <p:cNvSpPr/>
          <p:nvPr/>
        </p:nvSpPr>
        <p:spPr>
          <a:xfrm>
            <a:off x="320040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95D908-C593-D439-C2FC-59B9730991FF}"/>
              </a:ext>
            </a:extLst>
          </p:cNvPr>
          <p:cNvSpPr/>
          <p:nvPr/>
        </p:nvSpPr>
        <p:spPr>
          <a:xfrm>
            <a:off x="3200400" y="1508760"/>
            <a:ext cx="1097280" cy="731520"/>
          </a:xfrm>
          <a:prstGeom prst="rect">
            <a:avLst/>
          </a:prstGeom>
          <a:solidFill>
            <a:srgbClr val="34C75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2AB6431-C7BA-7D0F-C3E0-A0D56D99D3F5}"/>
              </a:ext>
            </a:extLst>
          </p:cNvPr>
          <p:cNvSpPr/>
          <p:nvPr/>
        </p:nvSpPr>
        <p:spPr>
          <a:xfrm>
            <a:off x="443484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9050">
            <a:solidFill>
              <a:srgbClr val="FF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8F88FBA-4B6A-5D4E-7A55-E9CCF74A1E1C}"/>
              </a:ext>
            </a:extLst>
          </p:cNvPr>
          <p:cNvSpPr/>
          <p:nvPr/>
        </p:nvSpPr>
        <p:spPr>
          <a:xfrm>
            <a:off x="443484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28.7</a:t>
            </a:r>
            <a:endParaRPr lang="en-US" sz="1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C12B86C-8BD3-74A3-1E34-6FFF7AD9403B}"/>
              </a:ext>
            </a:extLst>
          </p:cNvPr>
          <p:cNvSpPr/>
          <p:nvPr/>
        </p:nvSpPr>
        <p:spPr>
          <a:xfrm>
            <a:off x="566928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CD24801-3C70-9341-59A3-3C9E6A5933F2}"/>
              </a:ext>
            </a:extLst>
          </p:cNvPr>
          <p:cNvSpPr/>
          <p:nvPr/>
        </p:nvSpPr>
        <p:spPr>
          <a:xfrm>
            <a:off x="5669280" y="1508760"/>
            <a:ext cx="1097280" cy="731520"/>
          </a:xfrm>
          <a:prstGeom prst="rect">
            <a:avLst/>
          </a:prstGeom>
          <a:solidFill>
            <a:srgbClr val="F5F5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35.3</a:t>
            </a:r>
            <a:endParaRPr lang="en-US" sz="1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3DD77A8-E60F-9438-3358-2935328ECC19}"/>
              </a:ext>
            </a:extLst>
          </p:cNvPr>
          <p:cNvSpPr/>
          <p:nvPr/>
        </p:nvSpPr>
        <p:spPr>
          <a:xfrm>
            <a:off x="69037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A643B48-5526-F1D3-1352-544C6B102FFB}"/>
              </a:ext>
            </a:extLst>
          </p:cNvPr>
          <p:cNvSpPr/>
          <p:nvPr/>
        </p:nvSpPr>
        <p:spPr>
          <a:xfrm>
            <a:off x="69037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29.8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60D95A7-3A8B-6AF9-F55E-41BD21CB071A}"/>
              </a:ext>
            </a:extLst>
          </p:cNvPr>
          <p:cNvSpPr/>
          <p:nvPr/>
        </p:nvSpPr>
        <p:spPr>
          <a:xfrm>
            <a:off x="7315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a paso: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B01843-8C37-6103-7775-47B4E23B6C6A}"/>
              </a:ext>
            </a:extLst>
          </p:cNvPr>
          <p:cNvSpPr/>
          <p:nvPr/>
        </p:nvSpPr>
        <p:spPr>
          <a:xfrm>
            <a:off x="91440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A752067-7862-27B8-8542-14752CCB6378}"/>
              </a:ext>
            </a:extLst>
          </p:cNvPr>
          <p:cNvSpPr/>
          <p:nvPr/>
        </p:nvSpPr>
        <p:spPr>
          <a:xfrm>
            <a:off x="192024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ganador = 18.2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3ADE401-8054-AA29-79C4-FF078D3FC5B6}"/>
              </a:ext>
            </a:extLst>
          </p:cNvPr>
          <p:cNvSpPr/>
          <p:nvPr/>
        </p:nvSpPr>
        <p:spPr>
          <a:xfrm>
            <a:off x="914400" y="3456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2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4AA9A6D-6625-0AC9-B0C8-C033F8B2D823}"/>
              </a:ext>
            </a:extLst>
          </p:cNvPr>
          <p:cNvSpPr/>
          <p:nvPr/>
        </p:nvSpPr>
        <p:spPr>
          <a:xfrm>
            <a:off x="1920240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 &gt; 18.2 → ganador = 25.4</a:t>
            </a:r>
            <a:endParaRPr lang="en-US" sz="1100" dirty="0"/>
          </a:p>
        </p:txBody>
      </p:sp>
      <p:sp>
        <p:nvSpPr>
          <p:cNvPr id="14" name="Text 20">
            <a:extLst>
              <a:ext uri="{FF2B5EF4-FFF2-40B4-BE49-F238E27FC236}">
                <a16:creationId xmlns:a16="http://schemas.microsoft.com/office/drawing/2014/main" id="{82A6F4D3-347C-65F4-8211-453AEE1AEC2F}"/>
              </a:ext>
            </a:extLst>
          </p:cNvPr>
          <p:cNvSpPr/>
          <p:nvPr/>
        </p:nvSpPr>
        <p:spPr>
          <a:xfrm>
            <a:off x="914400" y="3758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3</a:t>
            </a:r>
            <a:endParaRPr lang="en-US" sz="10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ECDBD50E-7D79-0B4E-2A83-9CE28DC4D060}"/>
              </a:ext>
            </a:extLst>
          </p:cNvPr>
          <p:cNvSpPr/>
          <p:nvPr/>
        </p:nvSpPr>
        <p:spPr>
          <a:xfrm>
            <a:off x="1920240" y="3758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31.0 &gt; 25.4 → ganador = 31.0</a:t>
            </a:r>
            <a:endParaRPr lang="en-US" sz="11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1FAA3FB0-B80D-B329-E2C0-6130A5847DAA}"/>
              </a:ext>
            </a:extLst>
          </p:cNvPr>
          <p:cNvSpPr/>
          <p:nvPr/>
        </p:nvSpPr>
        <p:spPr>
          <a:xfrm>
            <a:off x="914400" y="4059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4</a:t>
            </a:r>
            <a:endParaRPr lang="en-US" sz="10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AFEE4467-B1A0-54BC-FB31-677ADDB85E05}"/>
              </a:ext>
            </a:extLst>
          </p:cNvPr>
          <p:cNvSpPr/>
          <p:nvPr/>
        </p:nvSpPr>
        <p:spPr>
          <a:xfrm>
            <a:off x="1920240" y="4059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28.7 &lt; 31.0 → sin cambio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3985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756E2-A8C7-D3D5-C068-CD2E37C6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5E78A2-EE11-AE21-3226-19204324B718}"/>
              </a:ext>
            </a:extLst>
          </p:cNvPr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Algoritmo: Encontrar el máximo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D666DC-A06F-343B-654E-8F941C2A115B}"/>
              </a:ext>
            </a:extLst>
          </p:cNvPr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temperaturas: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6A60DE-A7F2-0B68-5E53-A27831471BBF}"/>
              </a:ext>
            </a:extLst>
          </p:cNvPr>
          <p:cNvSpPr/>
          <p:nvPr/>
        </p:nvSpPr>
        <p:spPr>
          <a:xfrm>
            <a:off x="7315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E87BCA-B1B1-335B-7083-C69147E8D042}"/>
              </a:ext>
            </a:extLst>
          </p:cNvPr>
          <p:cNvSpPr/>
          <p:nvPr/>
        </p:nvSpPr>
        <p:spPr>
          <a:xfrm>
            <a:off x="7315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18.2</a:t>
            </a:r>
            <a:endParaRPr lang="en-US" sz="1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BC71197-7D3E-3FD6-6A93-93E7E6936D0B}"/>
              </a:ext>
            </a:extLst>
          </p:cNvPr>
          <p:cNvSpPr/>
          <p:nvPr/>
        </p:nvSpPr>
        <p:spPr>
          <a:xfrm>
            <a:off x="196596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0DF20C-FA2B-ED60-AB1F-04CE530ACC7E}"/>
              </a:ext>
            </a:extLst>
          </p:cNvPr>
          <p:cNvSpPr/>
          <p:nvPr/>
        </p:nvSpPr>
        <p:spPr>
          <a:xfrm>
            <a:off x="196596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9D609CB-48C9-9FB2-18BC-843337AFD33C}"/>
              </a:ext>
            </a:extLst>
          </p:cNvPr>
          <p:cNvSpPr/>
          <p:nvPr/>
        </p:nvSpPr>
        <p:spPr>
          <a:xfrm>
            <a:off x="320040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16CEDE2-0082-D385-A9C7-8F42DBED429F}"/>
              </a:ext>
            </a:extLst>
          </p:cNvPr>
          <p:cNvSpPr/>
          <p:nvPr/>
        </p:nvSpPr>
        <p:spPr>
          <a:xfrm>
            <a:off x="320040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653B426-5EA9-4208-724B-A9CB70A10992}"/>
              </a:ext>
            </a:extLst>
          </p:cNvPr>
          <p:cNvSpPr/>
          <p:nvPr/>
        </p:nvSpPr>
        <p:spPr>
          <a:xfrm>
            <a:off x="443484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9FC292-3BAD-8FCE-8D9D-F5F296937B22}"/>
              </a:ext>
            </a:extLst>
          </p:cNvPr>
          <p:cNvSpPr/>
          <p:nvPr/>
        </p:nvSpPr>
        <p:spPr>
          <a:xfrm>
            <a:off x="443484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28.7</a:t>
            </a:r>
            <a:endParaRPr lang="en-US" sz="1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62B0959-07CE-5D1C-458A-0235AEAB573A}"/>
              </a:ext>
            </a:extLst>
          </p:cNvPr>
          <p:cNvSpPr/>
          <p:nvPr/>
        </p:nvSpPr>
        <p:spPr>
          <a:xfrm>
            <a:off x="566928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4C759"/>
          </a:solidFill>
          <a:ln w="19050">
            <a:solidFill>
              <a:srgbClr val="FF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750D026-E770-D808-CD33-A56742AE047C}"/>
              </a:ext>
            </a:extLst>
          </p:cNvPr>
          <p:cNvSpPr/>
          <p:nvPr/>
        </p:nvSpPr>
        <p:spPr>
          <a:xfrm>
            <a:off x="566928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35.3</a:t>
            </a:r>
            <a:endParaRPr lang="en-US" sz="1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DDEBD6A-E7E1-5AA4-425B-D592BC088FCA}"/>
              </a:ext>
            </a:extLst>
          </p:cNvPr>
          <p:cNvSpPr/>
          <p:nvPr/>
        </p:nvSpPr>
        <p:spPr>
          <a:xfrm>
            <a:off x="69037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D5FF3D1-277B-4A99-0EAE-50B9AC34A3DB}"/>
              </a:ext>
            </a:extLst>
          </p:cNvPr>
          <p:cNvSpPr/>
          <p:nvPr/>
        </p:nvSpPr>
        <p:spPr>
          <a:xfrm>
            <a:off x="69037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29.8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EBC2DDE-B05E-7466-94EC-8EE1EEBCFC43}"/>
              </a:ext>
            </a:extLst>
          </p:cNvPr>
          <p:cNvSpPr/>
          <p:nvPr/>
        </p:nvSpPr>
        <p:spPr>
          <a:xfrm>
            <a:off x="7315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a paso: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080DDDE-D0AE-5AA2-FE06-F8E1D868B59D}"/>
              </a:ext>
            </a:extLst>
          </p:cNvPr>
          <p:cNvSpPr/>
          <p:nvPr/>
        </p:nvSpPr>
        <p:spPr>
          <a:xfrm>
            <a:off x="91440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DB995AA-6970-30D6-0BE2-E353B5DE8B89}"/>
              </a:ext>
            </a:extLst>
          </p:cNvPr>
          <p:cNvSpPr/>
          <p:nvPr/>
        </p:nvSpPr>
        <p:spPr>
          <a:xfrm>
            <a:off x="192024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ganador = 18.2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F1812C6-21B6-299F-2C83-31B17BB3604C}"/>
              </a:ext>
            </a:extLst>
          </p:cNvPr>
          <p:cNvSpPr/>
          <p:nvPr/>
        </p:nvSpPr>
        <p:spPr>
          <a:xfrm>
            <a:off x="914400" y="3456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2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663EF37-A408-4FC5-CECA-E24075EEAC21}"/>
              </a:ext>
            </a:extLst>
          </p:cNvPr>
          <p:cNvSpPr/>
          <p:nvPr/>
        </p:nvSpPr>
        <p:spPr>
          <a:xfrm>
            <a:off x="1920240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 &gt; 18.2 → ganador = 25.4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CB8C51A-ACE8-84F0-053E-EFCC31D08A9B}"/>
              </a:ext>
            </a:extLst>
          </p:cNvPr>
          <p:cNvSpPr/>
          <p:nvPr/>
        </p:nvSpPr>
        <p:spPr>
          <a:xfrm>
            <a:off x="914400" y="3758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3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DDD0D81-6CB0-628A-20E0-877E209B019F}"/>
              </a:ext>
            </a:extLst>
          </p:cNvPr>
          <p:cNvSpPr/>
          <p:nvPr/>
        </p:nvSpPr>
        <p:spPr>
          <a:xfrm>
            <a:off x="1920240" y="3758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31.0 &gt; 25.4 → ganador = 31.0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E559C3F-BE02-8249-613E-A4A58D99AED5}"/>
              </a:ext>
            </a:extLst>
          </p:cNvPr>
          <p:cNvSpPr/>
          <p:nvPr/>
        </p:nvSpPr>
        <p:spPr>
          <a:xfrm>
            <a:off x="914400" y="4059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4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593E93C-53F0-C57E-EEB3-44F1E33D6E8D}"/>
              </a:ext>
            </a:extLst>
          </p:cNvPr>
          <p:cNvSpPr/>
          <p:nvPr/>
        </p:nvSpPr>
        <p:spPr>
          <a:xfrm>
            <a:off x="1920240" y="4059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28.7 &lt; 31.0 → sin cambio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95DB994-DA95-4E16-F87F-8578AD5E9B5C}"/>
              </a:ext>
            </a:extLst>
          </p:cNvPr>
          <p:cNvSpPr/>
          <p:nvPr/>
        </p:nvSpPr>
        <p:spPr>
          <a:xfrm>
            <a:off x="914400" y="4361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C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5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8AE3B28-8C6C-4942-F23C-47AFC5E471AB}"/>
              </a:ext>
            </a:extLst>
          </p:cNvPr>
          <p:cNvSpPr/>
          <p:nvPr/>
        </p:nvSpPr>
        <p:spPr>
          <a:xfrm>
            <a:off x="1920240" y="4361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C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35.3 &gt; 31.0 → ganador = 35.3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97130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1E10A-0792-7595-6BE2-E309C49A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7C92AD-3948-D831-27CE-08C3D1067964}"/>
              </a:ext>
            </a:extLst>
          </p:cNvPr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Algoritmo: Encontrar el máximo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6BDD22-E26B-3E6C-2CA7-CB8D5D59F4CC}"/>
              </a:ext>
            </a:extLst>
          </p:cNvPr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temperaturas: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DBCD45-2783-6029-E4DF-8F736378E58D}"/>
              </a:ext>
            </a:extLst>
          </p:cNvPr>
          <p:cNvSpPr/>
          <p:nvPr/>
        </p:nvSpPr>
        <p:spPr>
          <a:xfrm>
            <a:off x="7315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03CE4E-E3E0-1F48-0725-507EFEE3606A}"/>
              </a:ext>
            </a:extLst>
          </p:cNvPr>
          <p:cNvSpPr/>
          <p:nvPr/>
        </p:nvSpPr>
        <p:spPr>
          <a:xfrm>
            <a:off x="73152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18.2</a:t>
            </a:r>
            <a:endParaRPr lang="en-US" sz="1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46E1891-8CA4-4CF3-601A-07AAB1F4042F}"/>
              </a:ext>
            </a:extLst>
          </p:cNvPr>
          <p:cNvSpPr/>
          <p:nvPr/>
        </p:nvSpPr>
        <p:spPr>
          <a:xfrm>
            <a:off x="196596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B26B3D-1CD9-34BF-2615-EA0F5DF745AC}"/>
              </a:ext>
            </a:extLst>
          </p:cNvPr>
          <p:cNvSpPr/>
          <p:nvPr/>
        </p:nvSpPr>
        <p:spPr>
          <a:xfrm>
            <a:off x="196596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161AF8E-0632-8AC5-5BC6-DF4A5267C3CB}"/>
              </a:ext>
            </a:extLst>
          </p:cNvPr>
          <p:cNvSpPr/>
          <p:nvPr/>
        </p:nvSpPr>
        <p:spPr>
          <a:xfrm>
            <a:off x="320040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9B864CA-C2B2-765F-CBAA-4CFF987E1C6F}"/>
              </a:ext>
            </a:extLst>
          </p:cNvPr>
          <p:cNvSpPr/>
          <p:nvPr/>
        </p:nvSpPr>
        <p:spPr>
          <a:xfrm>
            <a:off x="320040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89F8D20-E5AB-7DEC-C073-8497108504D3}"/>
              </a:ext>
            </a:extLst>
          </p:cNvPr>
          <p:cNvSpPr/>
          <p:nvPr/>
        </p:nvSpPr>
        <p:spPr>
          <a:xfrm>
            <a:off x="443484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5AC5D71-FCDE-5D0C-058D-CB2632470BA9}"/>
              </a:ext>
            </a:extLst>
          </p:cNvPr>
          <p:cNvSpPr/>
          <p:nvPr/>
        </p:nvSpPr>
        <p:spPr>
          <a:xfrm>
            <a:off x="443484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28.7</a:t>
            </a:r>
            <a:endParaRPr lang="en-US" sz="1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D72537A-2E7A-4B18-2E99-2CF36B40A5D4}"/>
              </a:ext>
            </a:extLst>
          </p:cNvPr>
          <p:cNvSpPr/>
          <p:nvPr/>
        </p:nvSpPr>
        <p:spPr>
          <a:xfrm>
            <a:off x="566928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C1CE52-F7F6-4D29-3FB6-70B4D6A12BA2}"/>
              </a:ext>
            </a:extLst>
          </p:cNvPr>
          <p:cNvSpPr/>
          <p:nvPr/>
        </p:nvSpPr>
        <p:spPr>
          <a:xfrm>
            <a:off x="5669280" y="1508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35.3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A48517C-3879-16BB-DC66-2CF3A1EFCF71}"/>
              </a:ext>
            </a:extLst>
          </p:cNvPr>
          <p:cNvSpPr/>
          <p:nvPr/>
        </p:nvSpPr>
        <p:spPr>
          <a:xfrm>
            <a:off x="576072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256E8D6-42BC-A4C6-FF9C-C73CE7D86493}"/>
              </a:ext>
            </a:extLst>
          </p:cNvPr>
          <p:cNvSpPr/>
          <p:nvPr/>
        </p:nvSpPr>
        <p:spPr>
          <a:xfrm>
            <a:off x="6903720" y="1508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E100C1A-1B23-1E63-0A66-A5B2F4AFD32F}"/>
              </a:ext>
            </a:extLst>
          </p:cNvPr>
          <p:cNvSpPr/>
          <p:nvPr/>
        </p:nvSpPr>
        <p:spPr>
          <a:xfrm>
            <a:off x="6903720" y="1508760"/>
            <a:ext cx="1097280" cy="73152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29.8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BBF44B9-63EB-1057-F7C0-A19D7CBA941B}"/>
              </a:ext>
            </a:extLst>
          </p:cNvPr>
          <p:cNvSpPr/>
          <p:nvPr/>
        </p:nvSpPr>
        <p:spPr>
          <a:xfrm>
            <a:off x="7315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a paso: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6E6E44A-2C36-3719-D6AF-1F045F5C5C0E}"/>
              </a:ext>
            </a:extLst>
          </p:cNvPr>
          <p:cNvSpPr/>
          <p:nvPr/>
        </p:nvSpPr>
        <p:spPr>
          <a:xfrm>
            <a:off x="91440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8CBA438-74BA-1BDB-3D1D-4A1F8A668CAA}"/>
              </a:ext>
            </a:extLst>
          </p:cNvPr>
          <p:cNvSpPr/>
          <p:nvPr/>
        </p:nvSpPr>
        <p:spPr>
          <a:xfrm>
            <a:off x="192024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ganador = 18.2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6688F2C-2487-5FCD-293D-C1D6CE8E548E}"/>
              </a:ext>
            </a:extLst>
          </p:cNvPr>
          <p:cNvSpPr/>
          <p:nvPr/>
        </p:nvSpPr>
        <p:spPr>
          <a:xfrm>
            <a:off x="914400" y="3456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2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5045FEA-D622-5563-389F-8AA2A91C1831}"/>
              </a:ext>
            </a:extLst>
          </p:cNvPr>
          <p:cNvSpPr/>
          <p:nvPr/>
        </p:nvSpPr>
        <p:spPr>
          <a:xfrm>
            <a:off x="1920240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 &gt; 18.2 → ganador = 25.4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A71E932-EF11-0564-3338-DBD5379EDCF8}"/>
              </a:ext>
            </a:extLst>
          </p:cNvPr>
          <p:cNvSpPr/>
          <p:nvPr/>
        </p:nvSpPr>
        <p:spPr>
          <a:xfrm>
            <a:off x="914400" y="3758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3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CF28D38-10D5-5E0D-175A-08525088AC8F}"/>
              </a:ext>
            </a:extLst>
          </p:cNvPr>
          <p:cNvSpPr/>
          <p:nvPr/>
        </p:nvSpPr>
        <p:spPr>
          <a:xfrm>
            <a:off x="1920240" y="3758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31.0 &gt; 25.4 → ganador = 31.0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202FAA4-D643-9D33-66B6-B6FD02F91E7F}"/>
              </a:ext>
            </a:extLst>
          </p:cNvPr>
          <p:cNvSpPr/>
          <p:nvPr/>
        </p:nvSpPr>
        <p:spPr>
          <a:xfrm>
            <a:off x="914400" y="4059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4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D937AE9-BCB0-921D-D72C-AAFC7070D7E1}"/>
              </a:ext>
            </a:extLst>
          </p:cNvPr>
          <p:cNvSpPr/>
          <p:nvPr/>
        </p:nvSpPr>
        <p:spPr>
          <a:xfrm>
            <a:off x="1920240" y="4059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28.7 &lt; 31.0 → sin cambio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2363C0E-29D1-BF1C-DDA7-5A39A904106C}"/>
              </a:ext>
            </a:extLst>
          </p:cNvPr>
          <p:cNvSpPr/>
          <p:nvPr/>
        </p:nvSpPr>
        <p:spPr>
          <a:xfrm>
            <a:off x="914400" y="4361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C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5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0A7D645-E68F-42DF-ECDC-AA1A242DB91C}"/>
              </a:ext>
            </a:extLst>
          </p:cNvPr>
          <p:cNvSpPr/>
          <p:nvPr/>
        </p:nvSpPr>
        <p:spPr>
          <a:xfrm>
            <a:off x="1920240" y="4361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C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35.3 &gt; 31.0 → ganador = 35.3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C03300E-D363-40FD-7215-C534C736B8E7}"/>
              </a:ext>
            </a:extLst>
          </p:cNvPr>
          <p:cNvSpPr/>
          <p:nvPr/>
        </p:nvSpPr>
        <p:spPr>
          <a:xfrm>
            <a:off x="914400" y="4663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86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6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DC37B7E-832B-2BBE-8FC6-0AB773BA67B4}"/>
              </a:ext>
            </a:extLst>
          </p:cNvPr>
          <p:cNvSpPr/>
          <p:nvPr/>
        </p:nvSpPr>
        <p:spPr>
          <a:xfrm>
            <a:off x="1920240" y="4663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29.8 &lt; 35.3 → sin cambio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0FE8B34-770A-D5E5-5922-4C244706DFEA}"/>
              </a:ext>
            </a:extLst>
          </p:cNvPr>
          <p:cNvSpPr/>
          <p:nvPr/>
        </p:nvSpPr>
        <p:spPr>
          <a:xfrm>
            <a:off x="5943600" y="3017520"/>
            <a:ext cx="2743200" cy="1645920"/>
          </a:xfrm>
          <a:prstGeom prst="roundRect">
            <a:avLst>
              <a:gd name="adj" fmla="val 6667"/>
            </a:avLst>
          </a:prstGeom>
          <a:solidFill>
            <a:srgbClr val="F0FF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2FC7C1A-D735-2A66-16AB-A78D8BAB9397}"/>
              </a:ext>
            </a:extLst>
          </p:cNvPr>
          <p:cNvSpPr/>
          <p:nvPr/>
        </p:nvSpPr>
        <p:spPr>
          <a:xfrm>
            <a:off x="59436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970C1C2-7D64-B68B-BAE8-1599C976D2EB}"/>
              </a:ext>
            </a:extLst>
          </p:cNvPr>
          <p:cNvSpPr/>
          <p:nvPr/>
        </p:nvSpPr>
        <p:spPr>
          <a:xfrm>
            <a:off x="5943600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4C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35.3</a:t>
            </a:r>
            <a:endParaRPr lang="en-US" sz="4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7BBADFD-C301-A1C5-596D-51A2A7E7C3DE}"/>
              </a:ext>
            </a:extLst>
          </p:cNvPr>
          <p:cNvSpPr/>
          <p:nvPr/>
        </p:nvSpPr>
        <p:spPr>
          <a:xfrm>
            <a:off x="59436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más alta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87870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3"/>
          <p:cNvSpPr/>
          <p:nvPr/>
        </p:nvSpPr>
        <p:spPr>
          <a:xfrm>
            <a:off x="982980" y="1920240"/>
            <a:ext cx="0" cy="2103120"/>
          </a:xfrm>
          <a:prstGeom prst="line">
            <a:avLst/>
          </a:prstGeom>
          <a:noFill/>
          <a:ln w="25400">
            <a:solidFill>
              <a:schemeClr val="bg2">
                <a:lumMod val="90000"/>
              </a:scheme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proceso de 3 pasos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007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Palabras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en lenguaje natural, como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explicaras a un amigo.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Pseudocódigo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estructurada, a medio camino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español y Python.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FF9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 Python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el pseudocódigo a una función.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traduce casi directamente.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188720"/>
            <a:ext cx="3657600" cy="3383280"/>
          </a:xfrm>
          <a:prstGeom prst="roundRect">
            <a:avLst>
              <a:gd name="adj" fmla="val 324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169164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funcion encontrar_maximo(lista):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ganador ← lista[0]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 cada elemento en lista: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 elemento &gt; ganador: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ganador ← elemento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retornar ganador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Algoritmo: Búsqueda Lineal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este elemento en la lista? ¿En qué posición?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5544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5544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007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¡Encontrado!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5544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5544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8346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29718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funcion busqueda_lineal(lista, obj):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 i desde 0 hasta len-1: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 lista[i] == obj: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retornar 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cs typeface="Consolas" pitchFamily="34" charset="-120"/>
              </a:rPr>
              <a:t>retornar -1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 encontrado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2834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4068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1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Puntos clave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3337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de inicio a fin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detiene al encontrar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-1 si no existe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caso: revisa todo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3"/>
              </a:rPr>
              <a:t>Algoritmo: Bubble Sort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758462"/>
            <a:ext cx="3348111" cy="1925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CA" dirty="0"/>
              <a:t>I'm trying to learn the </a:t>
            </a:r>
            <a:r>
              <a:rPr lang="en-CA" b="1" dirty="0"/>
              <a:t>bubble sort algorithm </a:t>
            </a:r>
            <a:r>
              <a:rPr lang="en-CA" dirty="0"/>
              <a:t>in Python. Could you create a </a:t>
            </a:r>
            <a:r>
              <a:rPr lang="en-CA" b="1" dirty="0"/>
              <a:t>step-by-step visual explanation</a:t>
            </a:r>
            <a:r>
              <a:rPr lang="en-CA" dirty="0"/>
              <a:t> that allows the user to input the list to sort? Please set the default list to [5, 3, 8, 1, 4].</a:t>
            </a:r>
            <a:endParaRPr 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C9E2133-646D-F238-891E-2A436E452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87389"/>
            <a:ext cx="4278982" cy="23687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Bubble Sort → Aplicación: Mediana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funcion bubble_sort(lista):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← longitud de lista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repetir n veces (pasada i):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para j desde 0 a n-i-2: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si lista[j] &gt; lista[j+1]: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intercambiar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retornar lista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663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¿Para qué ordenar?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6636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mediana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percentiles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rankings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duplicados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Mediana: valor central de datos ordenados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Ejemplo: Ingresos mensuales (miles)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Ordenados: [1500, 2100, 2600, 2800, 3200, 3900, 4100, 4500, 6800, 12000]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Promedio: 4,350  (inflado por 12,000)     Mediana: 3,550  (más representativa)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AF5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Recursión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que se llaman a sí mismas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2 ingredientes de la recursión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457200" cy="457200"/>
          </a:xfrm>
          <a:prstGeom prst="ellipse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3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Base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de parada.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más simple que 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directamente.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 == 0: return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0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457200" cy="457200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52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Recursivo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llamada a sí misma con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versión más pequeña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problema.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97180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5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 * factorial(n-1)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069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Sin caso base → recursión infinita → el programa nunca termina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Factorial: La pila de llamadas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68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5! = 5 × 4 × 3 × 2 × 1 = 120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F5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apilan →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0" y="12344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581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173736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0200" y="1737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084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224028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factorial(3)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5877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57400" y="274320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57400" y="2743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3090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324612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0" y="3246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5935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14600" y="37490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FF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1460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factorial(0)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caso base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retorna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Se resuelven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402336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0" y="4023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factorial(0) → 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52044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0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factorial(1) → 1 × 1 =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301752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03520" y="3017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factorial(2) → 2 × 1 = 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251460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0" y="2514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factorial(3) → 3 × 2 = 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201168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03520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factorial(4) → 4 × 6 = 24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1508760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0" y="1508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factorial(5) → 5 × 24 = 120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Fibonacci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es la suma de los dos anteriores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77240" cy="777240"/>
          </a:xfrm>
          <a:prstGeom prst="ellipse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07592" y="1463040"/>
            <a:ext cx="777240" cy="777240"/>
          </a:xfrm>
          <a:prstGeom prst="ellipse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07592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57984" y="1463040"/>
            <a:ext cx="777240" cy="777240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57984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08376" y="1463040"/>
            <a:ext cx="777240" cy="777240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08376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58768" y="1463040"/>
            <a:ext cx="777240" cy="777240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58768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777240" cy="777240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59552" y="1463040"/>
            <a:ext cx="777240" cy="777240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59552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9944" y="1463040"/>
            <a:ext cx="777240" cy="777240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9944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60336" y="1463040"/>
            <a:ext cx="777240" cy="777240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60336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10728" y="1463040"/>
            <a:ext cx="777240" cy="777240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10728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269748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2697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fib(0) = 0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400" b="1" dirty="0">
                <a:solidFill>
                  <a:srgbClr val="FF3B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fib(1) = 1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400" b="1" dirty="0">
                <a:solidFill>
                  <a:srgbClr val="AF5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fib(n) = fib(n-1) + fib(n-2)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374904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58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 curioso: la razón áurea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proporción entre términos consecutivos converge a 1.618...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número aparece en la naturaleza, el arte y la arquitectura.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φ = 1.618...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Recursión vs Iteración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1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Iteración (for/while)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F52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Recursión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7863840" cy="68580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Legibilidad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645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 procesos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lineales paso a paso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645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cuando el problema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define en sí mismo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786384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423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Eficiente: una sola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de ejecución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423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Mayor: múltiples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pendientes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7863840" cy="68580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200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200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200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más lenta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sobrecarga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786384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977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listas,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acumular resultados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Árboles, fórmulas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inductivas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595447"/>
            <a:ext cx="7680960" cy="390378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595447"/>
            <a:ext cx="7315200" cy="37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si el problema es naturalmente recursivo, usa recursión. Para recorrer listas, usa bucles.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Resumen: el proceso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05840" y="1371600"/>
            <a:ext cx="914400" cy="914400"/>
          </a:xfrm>
          <a:prstGeom prst="ellipse">
            <a:avLst/>
          </a:prstGeom>
          <a:solidFill>
            <a:srgbClr val="0071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Entender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simples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914400" cy="914400"/>
          </a:xfrm>
          <a:prstGeom prst="ellipse">
            <a:avLst/>
          </a:prstGeom>
          <a:solidFill>
            <a:srgbClr val="34C7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394960" y="1371600"/>
            <a:ext cx="914400" cy="914400"/>
          </a:xfrm>
          <a:prstGeom prst="ellipse">
            <a:avLst/>
          </a:prstGeom>
          <a:solidFill>
            <a:srgbClr val="FF9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una función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Python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589520" y="1371600"/>
            <a:ext cx="914400" cy="914400"/>
          </a:xfrm>
          <a:prstGeom prst="ellipse">
            <a:avLst/>
          </a:prstGeom>
          <a:solidFill>
            <a:srgbClr val="AF5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3232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ejemplos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Búsqueda de máximo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recorrido, actualizando el ganador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3657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3464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Búsqueda lineal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114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uno a uno hasta encontrar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657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Bubble Sort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4114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pares adyacentes e intercambiar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0" y="3657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2376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Recursión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4114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 + llamada más pequeña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1490</Words>
  <Application>Microsoft Macintosh PowerPoint</Application>
  <PresentationFormat>On-screen Show (16:9)</PresentationFormat>
  <Paragraphs>410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Funciones y Algoritmos - Clase 4</dc:title>
  <dc:subject>PptxGenJS Presentation</dc:subject>
  <dc:creator>Lucas Gómez Tobón</dc:creator>
  <cp:lastModifiedBy>Lucas Gomez Tobon</cp:lastModifiedBy>
  <cp:revision>1</cp:revision>
  <dcterms:created xsi:type="dcterms:W3CDTF">2026-02-23T16:48:02Z</dcterms:created>
  <dcterms:modified xsi:type="dcterms:W3CDTF">2026-02-23T17:27:29Z</dcterms:modified>
</cp:coreProperties>
</file>